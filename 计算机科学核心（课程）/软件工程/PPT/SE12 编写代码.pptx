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0413" cy="6858000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58F5C4-F286-42B9-8ABE-D0D3F33A7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CE2920-CBA5-45D5-B26E-576F7D812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CB3E6-0C37-4988-AD90-9F6B3D30DBBE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B67C23-E152-4B5C-9CD6-A84BD0870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43AE03-C61A-412F-8BC3-A09FAAA63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84055-1C10-47ED-AF64-95EF18366F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921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5A5C3A0-EF81-4F1D-A994-910B5077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126"/>
            <a:ext cx="105142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EF6D1E-4FCA-49FA-9A2C-FD92B1388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5625"/>
            <a:ext cx="105142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742970-9B58-4555-B4E5-B839332EB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91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CB3E6-0C37-4988-AD90-9F6B3D30DBBE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99FE99-60A5-4848-8469-C77ABD9357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6351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C635E3-B321-4B48-96CF-0E7405354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84055-1C10-47ED-AF64-95EF18366F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195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37E56CF-66C2-4F3E-855F-738C8F95A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E660399-CD3B-417C-BFCB-A7ED8C9E0A4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0284917-9D45-4F59-8856-4ECFE7E2E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8312365-9F71-436C-83A8-1875EF5BAD3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172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9091556-0EBD-4A4B-B9F6-F69E3B19A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1.1 </a:t>
            </a:r>
            <a:r>
              <a:rPr lang="zh-CN" altLang="en-US"/>
              <a:t>编写代码的任务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70F9545-AE3D-47B6-8F2F-7C5E37B1AC9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631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5884091-99FF-4F56-9B97-856D42F49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 </a:t>
            </a:r>
            <a:r>
              <a:rPr lang="zh-CN" altLang="en-US"/>
              <a:t>编写类代码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6AF02D2-6BF5-40DE-B090-163615ADE01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450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2883DF8-49A7-4467-8641-52695FC2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zh-CN" altLang="zh-CN"/>
              <a:t>编写实现类的代码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9BDF0DB-86B8-4877-85AB-09ADDE115E6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865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7C86997-C477-4B5C-A39A-C197A4E47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zh-CN" altLang="zh-CN"/>
              <a:t>编写实现类方法的代码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B6ED26-8D71-476A-B190-61F9E417B13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082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E23BF90-B774-41E6-B3B4-28D43AC59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zh-CN" altLang="zh-CN"/>
              <a:t>编写实现类间关联的代码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0C6BFE-E996-453D-A334-5DB02B41A02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073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4E28A9E-C715-4602-A679-D24B9047F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</a:t>
            </a:r>
            <a:r>
              <a:rPr lang="zh-CN" altLang="zh-CN"/>
              <a:t>编写实现设计类间聚合和组合关系的代码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DEB9311-7923-45C1-80B1-3107F9BD29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727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981A404-5E01-404F-BDD1-85F8B760D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</a:t>
            </a:r>
            <a:r>
              <a:rPr lang="zh-CN" altLang="zh-CN"/>
              <a:t>编写实现接口关系的代码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6D69287-F6E8-46DF-8EC0-60C092E935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40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0577F63-EFE9-4083-9349-D14F9025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6</a:t>
            </a:r>
            <a:r>
              <a:rPr lang="zh-CN" altLang="en-US"/>
              <a:t>）</a:t>
            </a:r>
            <a:r>
              <a:rPr lang="zh-CN" altLang="zh-CN"/>
              <a:t>编写实现继承关系的程序代码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5D273A7-9544-4074-BC8A-6B0FF796EC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67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FD581D9-1DFB-44EC-BFC5-E30D9648F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（</a:t>
            </a:r>
            <a:r>
              <a:rPr lang="en-US" altLang="zh-CN"/>
              <a:t>7</a:t>
            </a:r>
            <a:r>
              <a:rPr lang="zh-CN" altLang="en-US"/>
              <a:t>）</a:t>
            </a:r>
            <a:r>
              <a:rPr lang="zh-CN" altLang="zh-CN"/>
              <a:t>编写实现包的代码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89833C2-BD9C-48D4-916B-E3364BBFCD7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87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3DE3545-FA9D-44B9-9CF5-A5BDE60D0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 </a:t>
            </a:r>
            <a:r>
              <a:rPr lang="zh-CN" altLang="zh-CN"/>
              <a:t>编写用户界面代码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7008C4-882A-4D55-A060-05EE8D8CBD8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12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BCE9B08-72A1-4B30-A940-7CC0526F2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例：“</a:t>
            </a:r>
            <a:r>
              <a:rPr lang="en-US" altLang="zh-CN"/>
              <a:t>LoginUI</a:t>
            </a:r>
            <a:r>
              <a:rPr lang="zh-CN" altLang="en-US"/>
              <a:t>”的编码实现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17E989-1E9A-44DC-9B96-01CCFBE40D7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178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AC6F38C-DBA5-4185-AFB6-44C90B44E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例：“</a:t>
            </a:r>
            <a:r>
              <a:rPr lang="en-US" altLang="zh-CN"/>
              <a:t>LoginUI</a:t>
            </a:r>
            <a:r>
              <a:rPr lang="zh-CN" altLang="en-US"/>
              <a:t>”的编码实现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7C5CFE-1342-42C7-B3EE-E5F3BC31C8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855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1BD77BD-1C29-4E4A-8527-0D2FEA3FF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 </a:t>
            </a:r>
            <a:r>
              <a:rPr lang="zh-CN" altLang="zh-CN"/>
              <a:t>编写数据设计代码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5720634-CF5D-45A1-B92C-864D47C8B81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963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148E181-4809-40CD-AE04-A723F90FA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例：“</a:t>
            </a:r>
            <a:r>
              <a:rPr lang="en-US" altLang="zh-CN"/>
              <a:t>T_User</a:t>
            </a:r>
            <a:r>
              <a:rPr lang="zh-CN" altLang="en-US"/>
              <a:t>”表的创建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8ECE55F-33D6-4D5A-86DB-0333C87CC44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704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CAB27F1-71CC-4457-8815-2B8701631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例：连接和关闭数据库的代码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DC33747-85CC-4AFB-8C03-CFCC52C53CB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92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E0A2F5E-D780-43CA-9225-B672E83CC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例：判断用户账号和密码合法性的代码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76663B7-C1AA-4BBD-9FE8-4BF33DE64C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078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148F061-6630-4912-B0A7-1CD6DCC73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1.2 </a:t>
            </a:r>
            <a:r>
              <a:rPr lang="zh-CN" altLang="en-US"/>
              <a:t>代码片段的重用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B40F80D-FFB8-4DE3-824F-EDDEB9A0953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437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452FA7F-F9FA-4134-B24A-2EA6A5915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开源社区中的代码片段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C09247C-4927-426D-AC9A-71B1B2ABAE3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15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B129533-0029-4B64-83D5-B59C7E6C5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例：重用开源社区中的代码片段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18DD01D-319D-4E03-8918-808D12371E8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972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46A9F2D-E64F-41C3-8EB6-1CAED339B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6FB92D4-88EB-488E-917E-AE3A12FDC34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52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3C7CF35-0E68-4D6B-A53A-1623B2793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 </a:t>
            </a:r>
            <a:r>
              <a:rPr lang="zh-CN" altLang="en-US"/>
              <a:t>何为软件缺陷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482529-3079-493D-9BCF-5698F9DB9F0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9940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3A03106-0A05-40FB-B4B1-3AB18B2E4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软件缺陷带来的问题：错误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3C602DC-1F1F-4508-A6DF-27944F87962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6562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2DBE370-0EA6-40DB-9A10-63CE950E1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错误带来的问题：失效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1D126E2-6628-4A1A-B300-DEA33F05671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2176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76645D9-86D7-4E56-986B-7E08C42A3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2.2</a:t>
            </a:r>
            <a:r>
              <a:rPr lang="zh-CN" altLang="en-US"/>
              <a:t> </a:t>
            </a:r>
            <a:r>
              <a:rPr lang="zh-CN" altLang="zh-CN"/>
              <a:t>软件缺陷的描述</a:t>
            </a:r>
            <a:r>
              <a:rPr lang="zh-CN" altLang="en-US"/>
              <a:t>（</a:t>
            </a:r>
            <a:r>
              <a:rPr lang="en-US" altLang="zh-CN"/>
              <a:t>1/2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BB4F899-9234-42CC-861D-6C7ECB8E459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230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39EDBC9-3FCC-4171-AA4D-9208AD5D7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软件缺陷的描述</a:t>
            </a:r>
            <a:r>
              <a:rPr lang="zh-CN" altLang="en-US"/>
              <a:t>（</a:t>
            </a:r>
            <a:r>
              <a:rPr lang="en-US" altLang="zh-CN"/>
              <a:t>2/2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E012B7D-AAAE-41C2-9956-8F3556A8841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6832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03C3EE7-D592-4BDE-B028-FF225D838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2.3 </a:t>
            </a:r>
            <a:r>
              <a:rPr lang="zh-CN" altLang="zh-CN"/>
              <a:t>软件缺陷的应对方法</a:t>
            </a:r>
            <a:r>
              <a:rPr lang="zh-CN" altLang="en-US"/>
              <a:t>（</a:t>
            </a:r>
            <a:r>
              <a:rPr lang="en-US" altLang="zh-CN"/>
              <a:t>1/2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0558D06-3BAC-4C26-83A0-03412FDD8E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6012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2808CFB-32FE-4EA5-A0B2-F95F77900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软件缺陷的应对方法</a:t>
            </a:r>
            <a:r>
              <a:rPr lang="zh-CN" altLang="en-US"/>
              <a:t>（</a:t>
            </a:r>
            <a:r>
              <a:rPr lang="en-US" altLang="zh-CN"/>
              <a:t>2/2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4EF3E0A-B3EB-431B-80CC-44DE959B40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1849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1E4EAAB-F40E-49F1-8137-7B132450A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2.4 </a:t>
            </a:r>
            <a:r>
              <a:rPr lang="zh-CN" altLang="zh-CN"/>
              <a:t>软件缺陷的状态</a:t>
            </a:r>
            <a:r>
              <a:rPr lang="zh-CN" altLang="en-US"/>
              <a:t>（</a:t>
            </a:r>
            <a:r>
              <a:rPr lang="en-US" altLang="zh-CN"/>
              <a:t>1/2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2E7A62-E8F1-470F-B85F-B4F00F1C55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9002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74221DA-813C-4F80-95EF-4C9CE16C3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软件缺陷的状态</a:t>
            </a:r>
            <a:r>
              <a:rPr lang="zh-CN" altLang="en-US"/>
              <a:t>（</a:t>
            </a:r>
            <a:r>
              <a:rPr lang="en-US" altLang="zh-CN"/>
              <a:t>2/2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4F2427B-0439-4726-8673-15BA790968A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1757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90C7382-775F-4A25-AD3E-82023E3F8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2.5 </a:t>
            </a:r>
            <a:r>
              <a:rPr lang="zh-CN" altLang="zh-CN"/>
              <a:t>程序调试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873C97E-8A04-498D-A148-87E37400FC6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7407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E639D6C-BBCE-406E-98B3-343AA477C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调试的步骤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817443F-220B-46BD-AA2A-4122680F679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5574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1922C3A-2693-4195-BB32-A2DB66793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调试的方法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F79C095-3887-4957-963C-83CE22A042E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806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8C1C22C-C56B-402C-A280-D30DC2D85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F57D3D-9F82-4206-BC4E-8BEFC2C52CB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5646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079713C-B653-463C-AC11-41C30015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 </a:t>
            </a:r>
            <a:r>
              <a:rPr lang="zh-CN" altLang="zh-CN"/>
              <a:t>编码和调试</a:t>
            </a:r>
            <a:r>
              <a:rPr lang="zh-CN" altLang="en-US"/>
              <a:t>面临的挑战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B7A8D8-4D9D-4A93-8A48-ED9FA63FE4F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589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EDDCBE8-5817-429A-A3D8-A48514C79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3.2 </a:t>
            </a:r>
            <a:r>
              <a:rPr lang="zh-CN" altLang="en-US"/>
              <a:t>解决编程和调试问题的方法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398CF0E-5D25-4C20-B21A-CDBFA524F85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075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4715657-066B-4146-8A0E-87BAB7D6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技术问答社区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9BC292-BC79-43F0-BC2C-40267B02B54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913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78BCB7C-8C9A-40A8-A966-EE6B07423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获取群智知识的方法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F5B499-EDBD-4898-A8B2-BF6EC691671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642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E07BC6A-912E-486F-B1AC-85CA40441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9E3CAA0-4B4E-4C04-A95C-1CB62FD3BC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9549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B19F076-8132-47DB-979A-32A1FEBB0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综合实践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28DCE6B-0400-41F9-9F46-88B474A8E1A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350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Office PowerPoint</Application>
  <PresentationFormat>自定义</PresentationFormat>
  <Paragraphs>40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5" baseType="lpstr">
      <vt:lpstr>等线</vt:lpstr>
      <vt:lpstr>等线 Light</vt:lpstr>
      <vt:lpstr>Arial</vt:lpstr>
      <vt:lpstr>Office 主题​​</vt:lpstr>
      <vt:lpstr>PowerPoint 演示文稿</vt:lpstr>
      <vt:lpstr>内容</vt:lpstr>
      <vt:lpstr>1.1 编写代码的任务</vt:lpstr>
      <vt:lpstr>1. 编写类代码</vt:lpstr>
      <vt:lpstr>（1）编写实现类的代码</vt:lpstr>
      <vt:lpstr>（2）编写实现类方法的代码</vt:lpstr>
      <vt:lpstr>（3）编写实现类间关联的代码</vt:lpstr>
      <vt:lpstr>（4）编写实现设计类间聚合和组合关系的代码</vt:lpstr>
      <vt:lpstr>（5）编写实现接口关系的代码</vt:lpstr>
      <vt:lpstr>（6）编写实现继承关系的程序代码</vt:lpstr>
      <vt:lpstr>（7）编写实现包的代码</vt:lpstr>
      <vt:lpstr>2. 编写用户界面代码</vt:lpstr>
      <vt:lpstr>例：“LoginUI”的编码实现</vt:lpstr>
      <vt:lpstr>例：“LoginUI”的编码实现</vt:lpstr>
      <vt:lpstr>3. 编写数据设计代码</vt:lpstr>
      <vt:lpstr>例：“T_User”表的创建</vt:lpstr>
      <vt:lpstr>例：连接和关闭数据库的代码</vt:lpstr>
      <vt:lpstr>例：判断用户账号和密码合法性的代码</vt:lpstr>
      <vt:lpstr>1.2 代码片段的重用</vt:lpstr>
      <vt:lpstr>开源社区中的代码片段</vt:lpstr>
      <vt:lpstr>例：重用开源社区中的代码片段</vt:lpstr>
      <vt:lpstr>内容</vt:lpstr>
      <vt:lpstr>2.1 何为软件缺陷</vt:lpstr>
      <vt:lpstr>软件缺陷带来的问题：错误</vt:lpstr>
      <vt:lpstr>错误带来的问题：失效</vt:lpstr>
      <vt:lpstr>2.2 软件缺陷的描述（1/2）</vt:lpstr>
      <vt:lpstr>软件缺陷的描述（2/2）</vt:lpstr>
      <vt:lpstr>2.3 软件缺陷的应对方法（1/2）</vt:lpstr>
      <vt:lpstr>软件缺陷的应对方法（2/2）</vt:lpstr>
      <vt:lpstr>2.4 软件缺陷的状态（1/2）</vt:lpstr>
      <vt:lpstr>软件缺陷的状态（2/2）</vt:lpstr>
      <vt:lpstr>2.5 程序调试</vt:lpstr>
      <vt:lpstr>调试的步骤</vt:lpstr>
      <vt:lpstr>调试的方法</vt:lpstr>
      <vt:lpstr>内容</vt:lpstr>
      <vt:lpstr>3.1 编码和调试面临的挑战</vt:lpstr>
      <vt:lpstr>3.2 解决编程和调试问题的方法</vt:lpstr>
      <vt:lpstr>技术问答社区</vt:lpstr>
      <vt:lpstr>获取群智知识的方法</vt:lpstr>
      <vt:lpstr>小结</vt:lpstr>
      <vt:lpstr>综合实践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18465</dc:creator>
  <cp:lastModifiedBy>18465</cp:lastModifiedBy>
  <cp:revision>1</cp:revision>
  <dcterms:created xsi:type="dcterms:W3CDTF">2023-10-30T13:12:04Z</dcterms:created>
  <dcterms:modified xsi:type="dcterms:W3CDTF">2023-10-30T13:12:04Z</dcterms:modified>
</cp:coreProperties>
</file>