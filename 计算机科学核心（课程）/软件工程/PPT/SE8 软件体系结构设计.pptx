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89272-B93F-46A8-9A67-58C1B1947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7F9F20-889F-41EE-9AC9-21A6004B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7B47-5342-4357-BDC7-B83134D68189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4F2672-0E68-4214-A344-9F49BA9A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9080B7-D86D-418C-A7C9-FF31960D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A8529-E161-4D1D-B7C1-E11EE8EFA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53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60D1C8-43FC-4B8D-ACF0-4CFC9F673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6280E6-1842-4E90-AA21-63122998F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ED1B86-C3FB-4A29-A5DE-966B836D2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47B47-5342-4357-BDC7-B83134D68189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D08FB4-BE10-432F-8D59-289D2DEA7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69785D-92D6-4C19-BF5C-D79E9A080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A8529-E161-4D1D-B7C1-E11EE8EFA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41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21F756D-7E78-4094-BB8C-30F4FA05B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DAA966-E1AF-45C6-9C78-A5D9E46CCC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8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C8C8CDC-7780-4056-BC88-56A38DFE0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19722E-97D6-4738-AB8F-FBCFC9E439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7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D45FF03-D9FD-4FB9-8BFF-4B717E2F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建筑风格</a:t>
            </a:r>
            <a:endParaRPr lang="en-GB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F46C3F-591D-4931-B46F-888F328CA2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47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8DD259E-5DA0-4BEA-BEBA-ECD4B6CB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软件体系结构的概念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D99427-9A52-4CD3-8F20-2ECF387B4B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62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69183A4-CD49-4FEA-9E19-4908E41B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软件体系结构的设计元素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98750A-7271-4261-AE4D-BF7209B117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8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8A76A9F-EF86-4A73-811D-E6761BAD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构件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15B71D-3F79-433C-BCC2-97382B4152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65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01278E6-A2E1-4FB3-8B96-207B5F07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示例：构件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2B490D-498A-4478-BFF2-72B71374AB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81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C48C3AF-3C80-4EEF-A686-1CF06AEB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构件的</a:t>
            </a:r>
            <a:r>
              <a:rPr lang="en-US" altLang="zh-CN"/>
              <a:t>UML</a:t>
            </a:r>
            <a:r>
              <a:rPr lang="zh-CN" altLang="en-US"/>
              <a:t>表示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1CE3E3-10C4-4EF0-A32C-B0B4502278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80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D1CDAF1-EB1D-4592-8B4C-2AAF9A9C6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连接件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F22A1A-910B-4EEF-AF0A-C02F3D738B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A7040D7-1F17-40C4-9FD0-E56B4DCC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连接和接口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714EA4-1E34-42EC-A760-CD2B9EFB0D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3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59C184E-8EAC-4C9D-A0F6-DAAC7160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构件与接口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FA2A6B-3BF0-4DA6-8340-4ED8943667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5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E192DE-0071-4726-B539-8C2526BA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示例：构件之间的连接和交互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EE4882-FDC4-45EB-AF17-ADB3488D7B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72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62B3D45-422D-48C1-BA9F-AD9749EA1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约束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31E164-2CBC-4412-AA01-712CD94BB8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0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0813585-41EA-4DE2-9C88-29E1A9C4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软件体系结构的不同视图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AF0172-CC60-4763-8DE1-688022F759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82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5B7BD27-939A-4E54-8B42-CBD7E1D4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逻辑视图：包图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4FFB68-9154-4841-94DD-79E42F879D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5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26BF6D9-1D22-49BE-8CCC-32316C71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示例：软件体系结构的包图表示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A01289-FE38-4242-8158-C86AF7E804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20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63382EA-9330-4774-9904-3C945092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逻辑视图：构件图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DF34ED-17D6-4B72-AF6A-5F1594C6E6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1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5C7C31B-374F-4F66-933B-769DDA527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示例：软件体系结构的构件图表示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3D498C-11EF-4F37-AA38-8F36C6584B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26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14AAABF-820A-47A0-A9C5-C8AA4665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开发视图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EDC114-F8AD-45E6-BCBD-6A2C8EC2FB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34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46B066A-48D6-43D2-B638-87E7AF95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物理视图：部署图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BE4F1B-0CE9-45DD-9C05-1BECDD2115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05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1E42BD7-B1D6-46E7-844A-5BD3C221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/>
              <a:t>描述性部署图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810033-217A-4540-A441-22A54E84DD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1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8BCBB27-3BD7-4843-8307-444CB818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例</a:t>
            </a:r>
            <a:r>
              <a:rPr lang="zh-CN" altLang="en-US"/>
              <a:t>：</a:t>
            </a:r>
            <a:r>
              <a:rPr lang="zh-CN" altLang="zh-CN"/>
              <a:t>实例</a:t>
            </a:r>
            <a:r>
              <a:rPr lang="zh-CN" altLang="zh-CN">
                <a:effectLst/>
              </a:rPr>
              <a:t>性部署图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1DF174-C93C-4A9A-A918-3A03E6B09D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73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8ABB94C-FC5E-4B8B-BDEE-B7FC607A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 </a:t>
            </a:r>
            <a:r>
              <a:rPr lang="zh-CN" altLang="en-US"/>
              <a:t>运行视图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8ECAAD-B1DD-4AC5-B842-024A6CD6BD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16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626E60F-DF4E-4C4D-821C-1A497A18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1.5 </a:t>
            </a:r>
            <a:r>
              <a:rPr lang="zh-CN" altLang="en-US"/>
              <a:t>体系结构的描述</a:t>
            </a:r>
            <a:endParaRPr lang="en-GB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9BE784-7B9B-4C2E-8637-A5F19B3F2F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2352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2F52BD6-34DA-4E61-9E58-CDCD7ED83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3AA4CA-F87F-4244-9CAC-D45D93EF75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31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2C5F05D-D233-4578-B8EE-2511375B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E2C2F0-5B76-4320-99A1-FC129A2B60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81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2A2E333-15B2-42AB-828F-663FF217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C6E98A-D49E-40C4-88CB-68DB8214BC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36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B69947F-C4F5-4D3B-B9CB-EC834E62F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69E5AF-7F65-460C-9FAB-1D4B91D733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38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C3249F7-9D22-4A33-B654-14571EF62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EB6736-5CA5-4AD1-85D9-3A3E737F3B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34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A9844D7-7F49-4826-B522-6A0899C1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1EE566-F033-480D-A97D-A6CDDBE20B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91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35D5C0A-634B-4DE8-ADB3-415E9A065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1.6 </a:t>
            </a:r>
            <a:r>
              <a:rPr lang="zh-CN" altLang="en-US"/>
              <a:t>软件</a:t>
            </a:r>
            <a:r>
              <a:rPr lang="zh-CN" altLang="zh-CN"/>
              <a:t>设计模式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DC8ED4-54BB-4354-99D2-ED725B5F6E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66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3F32B9E-9B7F-4A6A-8DA7-57E8D953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不同抽象层次的设计模式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9C48941-3AAC-48A9-8DF7-3A7FE86722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61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2AD3B26-66CF-4C41-A550-3583042DD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体系结构</a:t>
            </a:r>
            <a:r>
              <a:rPr lang="zh-CN" altLang="en-US"/>
              <a:t>风格（</a:t>
            </a:r>
            <a:r>
              <a:rPr lang="en-US" altLang="zh-CN"/>
              <a:t>Style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7F6B70-301A-456F-8CA7-C493895EC0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52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1852FA5-899D-4346-8F4A-9FCFAD00E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常用软件</a:t>
            </a:r>
            <a:r>
              <a:rPr lang="zh-CN" altLang="zh-CN"/>
              <a:t>体系结构</a:t>
            </a:r>
            <a:r>
              <a:rPr lang="zh-CN" altLang="en-US"/>
              <a:t>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FB08D2-5154-46C5-89DB-B8B0D99947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0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808F078-EB9B-4D5C-A475-0E8C8A167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zh-CN"/>
              <a:t>分层</a:t>
            </a:r>
            <a:r>
              <a:rPr lang="zh-CN" altLang="en-US"/>
              <a:t>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751056-F057-44F0-8E82-DADDA8C45B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552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8766C7C-CE22-406D-B5E4-9666D64B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例：分层体系结构风格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F6BD23-4089-45D6-A7DF-A0510CFCF0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12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0E78820-56F1-4A64-BCF5-DC38723C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分层</a:t>
            </a:r>
            <a:r>
              <a:rPr lang="zh-CN" altLang="en-US"/>
              <a:t>体系结构</a:t>
            </a:r>
            <a:r>
              <a:rPr lang="zh-CN" altLang="zh-CN"/>
              <a:t>模式</a:t>
            </a:r>
            <a:r>
              <a:rPr lang="zh-CN" altLang="en-US"/>
              <a:t>的约束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43EA82-B4F5-4B18-AD07-784DEF64EA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08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0A16898-AC16-42D7-B125-6DE2A8CA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zh-CN">
                <a:effectLst/>
              </a:rPr>
              <a:t>管道</a:t>
            </a:r>
            <a:r>
              <a:rPr lang="en-US" altLang="zh-CN">
                <a:effectLst/>
              </a:rPr>
              <a:t>/</a:t>
            </a:r>
            <a:r>
              <a:rPr lang="zh-CN" altLang="zh-CN">
                <a:effectLst/>
              </a:rPr>
              <a:t>过滤器</a:t>
            </a:r>
            <a:r>
              <a:rPr lang="zh-CN" altLang="en-US"/>
              <a:t>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767411-62EB-4EA3-98B7-9A9B8DDD5E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3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86129C3-F69E-485F-AC21-55C6CC59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编译器实例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40EF1E-F88D-4C8A-97A1-52ECED532F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94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AA7CA4C-EDE6-4185-B406-F58ED9D2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Shell</a:t>
            </a:r>
            <a:r>
              <a:rPr lang="zh-CN" altLang="en-US"/>
              <a:t>命令实例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B95DCA-F5AD-4729-AB57-4C73B6EDA6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702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88CC199-FD71-4476-B171-A892D4C0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信息库风格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18F857-A6CB-4574-9289-D0DBBDAFC6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775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267CA45-0E95-4904-8501-3320DB7D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 Client/Server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09AD19-7F26-4B88-B3EF-9F4C95F596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833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9AC0C1C-93D8-4C4F-9DB8-6E34F7AA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两层</a:t>
            </a:r>
            <a:r>
              <a:rPr lang="en-US" altLang="zh-CN"/>
              <a:t>C/S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8A2E57-26B8-40A2-857C-20DD57346C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10993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470EA5-5E35-4F55-8EEE-8CCC514B0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三层</a:t>
            </a:r>
            <a:r>
              <a:rPr lang="en-US" altLang="zh-CN"/>
              <a:t>C/S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AF5712-6811-41D4-A001-8222021095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56327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3AB4189-BDF6-4A35-914C-7845F459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B/S</a:t>
            </a:r>
            <a:br>
              <a:rPr lang="en-US" altLang="zh-CN"/>
            </a:b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3302AB-7B02-4FEF-AC44-A71315305D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6741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E7AC143-685C-4257-A05C-5B534E22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多层</a:t>
            </a:r>
            <a:r>
              <a:rPr lang="en-US" altLang="zh-CN"/>
              <a:t>B/S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D8FF2F-F636-46E1-9FA5-1D5F48B695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26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81F0DDC-97B1-4627-AACA-CC456F210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 MVC</a:t>
            </a:r>
            <a:r>
              <a:rPr lang="zh-CN" altLang="en-US"/>
              <a:t>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DAA55C-F3C9-42CB-9E49-75BE8DC03F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6220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40B11E8-5C4C-45B7-B194-57CB511F8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MVC</a:t>
            </a:r>
            <a:r>
              <a:rPr lang="zh-CN" altLang="en-US"/>
              <a:t>体系结构示意图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7029FA-023A-44E0-9043-A98FBF62A8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452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C6D92ED-DF71-4EA6-81EC-3E08B971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应用体系结构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432E2D-22D0-4988-BFC1-08E41FE73B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962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151A125-AA96-4D25-B4B3-FCEE43C2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 SOA</a:t>
            </a:r>
            <a:r>
              <a:rPr lang="zh-CN" altLang="en-US"/>
              <a:t>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D8E6E0-E9B6-40A9-A325-061C3EA2B0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277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D72473D-03B5-45BA-A460-F8C7D15E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SOA</a:t>
            </a:r>
            <a:r>
              <a:rPr lang="zh-CN" altLang="zh-CN"/>
              <a:t>软件体系结构风格示意图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F8E55D-5DE7-4BFF-8CE4-0F1C40167F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720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068153B-6088-4B74-8F91-20EBBDED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SOA</a:t>
            </a:r>
            <a:r>
              <a:rPr lang="zh-CN" altLang="en-US"/>
              <a:t>风格的特点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F3DFDA-7BB3-406E-A581-C6C21E5E9D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805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A5E7C75-A70A-480E-BEC4-700C3D43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 </a:t>
            </a:r>
            <a:r>
              <a:rPr lang="zh-CN" altLang="en-US"/>
              <a:t>消息总线风格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5ABC01-2C4E-4B12-B7BA-CDFC82F1A0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53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A5A4AE8-4331-4B51-97C1-C00F0C73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8FFB8D-25DA-4BFD-A2E7-BFFD9544D4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718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CD62CD5-A8A5-4AE1-816C-B01B4F07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软件体系结构设计的任务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9ACAAA-EC68-4D45-A5CE-8F70FE7704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174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C77BC0A-45C7-438B-9605-CE98CF61F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软件体系结构设计的目标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F6D728-7338-49C3-BB14-E322E544CB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07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64CA34A-92ED-40E2-922D-55DECE248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软件体系结构设计的过程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631ECE-8743-40B5-9355-81A0EAFD30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812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1AD48AB-DC90-4D39-A934-8FF8C60F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zh-CN"/>
              <a:t>设计</a:t>
            </a:r>
            <a:r>
              <a:rPr lang="zh-CN" altLang="en-US"/>
              <a:t>初步的</a:t>
            </a:r>
            <a:r>
              <a:rPr lang="zh-CN" altLang="zh-CN"/>
              <a:t>软件体系结构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B25BD3-0334-4618-9884-B2C4F42C39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045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29F78CC-8E18-42B9-BAE7-C10D382AB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根据关键需求选择合适体系结构风格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7A72D4-1CFA-4B2C-9766-935B2B0EB1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391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6B69427-F410-4C16-9C52-BD274070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例：初步软件体系结构的设计</a:t>
            </a:r>
            <a:r>
              <a:rPr lang="en-US" altLang="zh-CN"/>
              <a:t>(1)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38A00A-6FB9-4641-9247-7E18831CC9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573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C38E259-F248-4701-B39B-2CD114CD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例：初步软件体系结构的设计</a:t>
            </a:r>
            <a:r>
              <a:rPr lang="en-US" altLang="zh-CN"/>
              <a:t>(2)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CBF796-C710-419B-B761-0B356CC182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421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34DB940-0D81-432B-BE6A-04187511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 </a:t>
            </a:r>
            <a:r>
              <a:rPr lang="en-US" altLang="zh-CN">
                <a:effectLst/>
              </a:rPr>
              <a:t>2. </a:t>
            </a:r>
            <a:r>
              <a:rPr lang="zh-CN" altLang="zh-CN">
                <a:effectLst/>
              </a:rPr>
              <a:t>重用开源软件及已有软件资产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1686C8-688B-46A7-9BBB-42686F327A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351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19A725F-0AE9-430B-83B6-618EC81E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将软件</a:t>
            </a:r>
            <a:r>
              <a:rPr lang="zh-CN" altLang="zh-CN"/>
              <a:t>资产</a:t>
            </a:r>
            <a:r>
              <a:rPr lang="zh-CN" altLang="en-US"/>
              <a:t>集成到体系结构设计中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E3C4A2-9168-413C-96E5-9F68A57AC8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631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19C67CF-C077-4FDF-80CD-5D25E275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例：“空巢老人看护软件”的开源软件重用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A3CDC9-8FC6-407F-AA4A-74DC14B8B9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253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BDB6250-3B29-4EA9-AB61-B7AA9C51A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zh-CN"/>
              <a:t>精化软件体系结构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20B4EE-AC10-4CB2-A0C6-F36D4E3CCC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299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31481C8-6B9F-4E6F-86E9-E3A3AD81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确定公共基础设施及服务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218879-3116-4E1B-9D4F-61651C8007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343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2EF0D0D-AA48-4FA9-91D0-9F4E9638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例：“空巢老人看护软件”的基础设施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6A0168-C556-471E-9657-78FC1EAFE4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891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ABD62AD-92AA-4DEA-BCB8-16225695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确</a:t>
            </a:r>
            <a:r>
              <a:rPr lang="zh-CN" altLang="en-US">
                <a:effectLst/>
              </a:rPr>
              <a:t>定</a:t>
            </a:r>
            <a:r>
              <a:rPr lang="zh-CN" altLang="zh-CN">
                <a:effectLst/>
              </a:rPr>
              <a:t>设计元素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C72A80-A182-4855-BF73-762FB0C7FF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1443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CEDAF36-9A69-4DBA-8881-91F88632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/>
              <a:t> </a:t>
            </a:r>
            <a:r>
              <a:rPr lang="zh-CN" altLang="en-US"/>
              <a:t>确定“空巢老人智能看护系统”</a:t>
            </a:r>
            <a:r>
              <a:rPr lang="zh-CN" altLang="zh-CN"/>
              <a:t>子系统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ED8E55-7625-442C-B053-5A986D55DD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5418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07FD763-4F8B-4924-A33E-7B630E767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</a:t>
            </a:r>
            <a:r>
              <a:rPr lang="zh-CN" altLang="en-US"/>
              <a:t> 设计部署模型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329606-2662-4717-8758-77CB205708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302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9EBE6E0-5E58-4BD5-A767-470ACB90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3D54C8-C50B-447E-9DC5-6CE23EC5F5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801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BB62AC6-A68A-4754-9E58-4592C19D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撰写</a:t>
            </a:r>
            <a:r>
              <a:rPr lang="zh-CN" altLang="zh-CN"/>
              <a:t>软件体系结构</a:t>
            </a:r>
            <a:r>
              <a:rPr lang="zh-CN" altLang="en-US"/>
              <a:t>设计</a:t>
            </a:r>
            <a:r>
              <a:rPr lang="zh-CN" altLang="zh-CN"/>
              <a:t>文档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2AA05E-0C23-4B87-ACAC-39FFE500A6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777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F7D8CB5-1FAC-4286-9DEE-EEAEF68E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评审软件</a:t>
            </a:r>
            <a:r>
              <a:rPr lang="zh-CN" altLang="zh-CN"/>
              <a:t>体系结构</a:t>
            </a:r>
            <a:r>
              <a:rPr lang="zh-CN" altLang="en-US"/>
              <a:t>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480C50-0CBA-4B58-AA3D-8C8F68AE99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021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39F46C9-443E-401C-BD22-A84B4964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软件体系结构设计的输出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A50D1A-C8A8-46C3-87D8-F31DD61FE5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658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BBE72E5-D912-4DA6-AEB9-7C1C059C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5A3702-29C0-4E83-BFD6-638EA1035A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62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4EA278F-054E-42A1-9A52-3791F327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BF893F-6952-4EB3-A99F-58CA0849BC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0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自定义</PresentationFormat>
  <Paragraphs>69</Paragraphs>
  <Slides>76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0" baseType="lpstr">
      <vt:lpstr>等线</vt:lpstr>
      <vt:lpstr>等线 Light</vt:lpstr>
      <vt:lpstr>Arial</vt:lpstr>
      <vt:lpstr>Office 主题​​</vt:lpstr>
      <vt:lpstr>PowerPoint 演示文稿</vt:lpstr>
      <vt:lpstr>内容</vt:lpstr>
      <vt:lpstr>建筑风格</vt:lpstr>
      <vt:lpstr>1.1 软件体系结构的概念</vt:lpstr>
      <vt:lpstr>1.2 软件体系结构的设计元素</vt:lpstr>
      <vt:lpstr>1. 构件</vt:lpstr>
      <vt:lpstr>示例：构件</vt:lpstr>
      <vt:lpstr>构件的UML表示</vt:lpstr>
      <vt:lpstr>2. 连接件</vt:lpstr>
      <vt:lpstr>连接和接口</vt:lpstr>
      <vt:lpstr>构件与接口</vt:lpstr>
      <vt:lpstr>示例：构件之间的连接和交互</vt:lpstr>
      <vt:lpstr>3. 约束</vt:lpstr>
      <vt:lpstr>1.3 软件体系结构的不同视图</vt:lpstr>
      <vt:lpstr>1. 逻辑视图：包图</vt:lpstr>
      <vt:lpstr>示例：软件体系结构的包图表示</vt:lpstr>
      <vt:lpstr>2. 逻辑视图：构件图</vt:lpstr>
      <vt:lpstr>示例：软件体系结构的构件图表示</vt:lpstr>
      <vt:lpstr>3. 开发视图</vt:lpstr>
      <vt:lpstr>4. 物理视图：部署图</vt:lpstr>
      <vt:lpstr>例：描述性部署图</vt:lpstr>
      <vt:lpstr>例：实例性部署图</vt:lpstr>
      <vt:lpstr>5. 运行视图</vt:lpstr>
      <vt:lpstr>1.5 体系结构的描述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1.6 软件设计模式</vt:lpstr>
      <vt:lpstr>不同抽象层次的设计模式</vt:lpstr>
      <vt:lpstr>体系结构风格（Style）</vt:lpstr>
      <vt:lpstr>常用软件体系结构风格</vt:lpstr>
      <vt:lpstr>1. 分层风格</vt:lpstr>
      <vt:lpstr>例：分层体系结构风格</vt:lpstr>
      <vt:lpstr>分层体系结构模式的约束</vt:lpstr>
      <vt:lpstr>2. 管道/过滤器风格</vt:lpstr>
      <vt:lpstr>编译器实例</vt:lpstr>
      <vt:lpstr>Shell命令实例</vt:lpstr>
      <vt:lpstr>3. 信息库风格</vt:lpstr>
      <vt:lpstr>4. Client/Server</vt:lpstr>
      <vt:lpstr>两层C/S</vt:lpstr>
      <vt:lpstr>三层C/S</vt:lpstr>
      <vt:lpstr>B/S </vt:lpstr>
      <vt:lpstr>多层B/S</vt:lpstr>
      <vt:lpstr>5. MVC风格</vt:lpstr>
      <vt:lpstr>MVC体系结构示意图</vt:lpstr>
      <vt:lpstr>Web应用体系结构</vt:lpstr>
      <vt:lpstr>6. SOA风格</vt:lpstr>
      <vt:lpstr>SOA软件体系结构风格示意图</vt:lpstr>
      <vt:lpstr>SOA风格的特点</vt:lpstr>
      <vt:lpstr>7. 消息总线风格</vt:lpstr>
      <vt:lpstr>内容</vt:lpstr>
      <vt:lpstr>2.1 软件体系结构设计的任务</vt:lpstr>
      <vt:lpstr>2.2 软件体系结构设计的目标</vt:lpstr>
      <vt:lpstr>2.3 软件体系结构设计的过程</vt:lpstr>
      <vt:lpstr>1. 设计初步的软件体系结构</vt:lpstr>
      <vt:lpstr>根据关键需求选择合适体系结构风格</vt:lpstr>
      <vt:lpstr>例：初步软件体系结构的设计(1)</vt:lpstr>
      <vt:lpstr>例：初步软件体系结构的设计(2)</vt:lpstr>
      <vt:lpstr> 2. 重用开源软件及已有软件资产</vt:lpstr>
      <vt:lpstr>将软件资产集成到体系结构设计中</vt:lpstr>
      <vt:lpstr>例：“空巢老人看护软件”的开源软件重用</vt:lpstr>
      <vt:lpstr>3. 精化软件体系结构</vt:lpstr>
      <vt:lpstr>确定公共基础设施及服务</vt:lpstr>
      <vt:lpstr>例：“空巢老人看护软件”的基础设施</vt:lpstr>
      <vt:lpstr>确定设计元素</vt:lpstr>
      <vt:lpstr>例： 确定“空巢老人智能看护系统”子系统</vt:lpstr>
      <vt:lpstr>4. 设计部署模型</vt:lpstr>
      <vt:lpstr>内容</vt:lpstr>
      <vt:lpstr>撰写软件体系结构设计文档</vt:lpstr>
      <vt:lpstr>评审软件体系结构设计</vt:lpstr>
      <vt:lpstr>软件体系结构设计的输出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2023-10-16T11:37:52Z</dcterms:created>
  <dcterms:modified xsi:type="dcterms:W3CDTF">2023-10-16T11:37:52Z</dcterms:modified>
</cp:coreProperties>
</file>