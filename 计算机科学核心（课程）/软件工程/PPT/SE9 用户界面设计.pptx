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4369D-D644-4157-BA80-8847006E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080589-7948-4088-8F20-6180C29C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6A22F-FF8A-4210-A3F6-15C00CE252A8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282539-A187-44AE-81B0-8655D21B1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943415-EDE6-4884-81C4-F7591A58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94277-6255-454A-AEDC-E85A479085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70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E829E2-6D51-435B-92C7-B5491D21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D39218-8234-4985-9D72-5D68DF18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23C10D-ADFA-4613-B125-CCC48FF0A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6A22F-FF8A-4210-A3F6-15C00CE252A8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5DFBF-F09E-460C-88DD-BF815A101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7676F-60C7-4B3B-A2FD-9D6BBF907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94277-6255-454A-AEDC-E85A479085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1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9DA7539-0838-47DE-AAC5-C59639FC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22EB3C-C6B8-48A5-AD94-4AC65794B1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1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60C2C5-4B30-4831-B7D2-F66858CA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603C0A-FB3B-4F39-80B2-BE1B30B8B1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0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7427F7-9222-4714-93A2-AA6F982B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计算机软件与外界的二种不同交互方式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AACCC4-BB84-45F3-83FC-9DF1370F15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76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B4C20C9-6AE6-4B51-BB8A-3C272521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人机交互的常见方式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166BCB-D34A-4BFB-A99B-8DC6377203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22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315544-AC42-4071-9198-081A9E4F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人机交互的关键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CC18BF-0BB4-4AB6-BCEB-3DBC903E5A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23B77D4-DB59-439C-A3B4-DA6FB0D8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用户界面元素及实现方式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A2404F-7459-4B67-8D9D-28EAD0A5DB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60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C36509C-C80E-4AC7-B70D-10A3BB80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用</a:t>
            </a:r>
            <a:r>
              <a:rPr lang="en-US" altLang="zh-CN"/>
              <a:t>UML</a:t>
            </a:r>
            <a:r>
              <a:rPr lang="zh-CN" altLang="en-US"/>
              <a:t>类图表示用户界面元素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28ACC2-B26D-432D-928B-50D0E45045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7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DEBE9F-5225-4EBC-B8E9-2B333B8F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UML</a:t>
            </a:r>
            <a:r>
              <a:rPr lang="zh-CN" altLang="en-US"/>
              <a:t>顺序图表示界面的跳转关系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D4EB5D-938B-4755-A9EA-BC07C7BB7D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4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2076D42-28B9-4111-AC50-C934139D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8CBFB7-DF72-42BB-AB76-9BDF7E378F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49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15D45F-D1F7-4527-95A6-083827BD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用户界面设计的任务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560F6A-8E9D-4E53-A21E-2F902C548B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0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62D8914-2945-451F-A5BD-5BF8294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zh-CN"/>
              <a:t>用户界面设计原则</a:t>
            </a:r>
            <a:r>
              <a:rPr lang="zh-CN" altLang="en-US"/>
              <a:t>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51699C-C536-4310-A5C0-C81E2D1326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0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8347628-DBF3-4366-81D6-2009C1CD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用户界面设计原则</a:t>
            </a:r>
            <a:r>
              <a:rPr lang="zh-CN" altLang="en-US"/>
              <a:t>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972FCF-37EC-410B-8ED5-B4F7D210FA2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37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E88C0E-2AEA-4CC0-8C5B-A22B0F15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zh-CN"/>
              <a:t>用户界面设计过程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AF5FEB-A20F-4D22-A483-2837DAD288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42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A35AED-6420-4C96-A977-300F4FAD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用户界面初步设计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E0303F-0667-460F-929F-518F986027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09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B182C3D-72EF-414E-A157-95C6750A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“空巢老人看护系统”用户界面概念设计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3DC12D-B587-438D-9E79-629D234478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2CBE60-45EE-4815-BB6E-49F67529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例：用户界面</a:t>
            </a:r>
            <a:r>
              <a:rPr lang="zh-CN" altLang="zh-CN">
                <a:effectLst/>
              </a:rPr>
              <a:t>“</a:t>
            </a:r>
            <a:r>
              <a:rPr lang="zh-CN" altLang="zh-CN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MonitoringUI”</a:t>
            </a:r>
            <a:r>
              <a:rPr lang="zh-CN" altLang="en-US">
                <a:effectLst/>
              </a:rPr>
              <a:t>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0E299E-07B6-4E35-813B-C8D029A5A5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12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F6EB00D-A237-4822-8585-EE435321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例：用户界面的设计类图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00242E-DBBD-48AB-A699-3D029F41922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37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2C3618F-9BC7-4A28-A736-7F0E4AE4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例：登录用例的顺序图及其用户界面设计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585DB5-365B-4833-B356-0986A20CE8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46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18B20A-A987-4112-A1BE-7221A3E1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>
                <a:effectLst/>
              </a:rPr>
              <a:t>“</a:t>
            </a:r>
            <a:r>
              <a:rPr lang="en-US" altLang="zh-CN">
                <a:effectLst/>
              </a:rPr>
              <a:t>LoginUI</a:t>
            </a:r>
            <a:r>
              <a:rPr lang="zh-CN" altLang="zh-CN">
                <a:effectLst/>
              </a:rPr>
              <a:t>”的设计类图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CAC83C-D68A-4BB1-B97C-E72F77E4E0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7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ACB564-64F4-4DF9-BB9D-CFE513AF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zh-CN"/>
              <a:t>建立用户界面间的跳转关系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C5E5DC-8095-42DF-A09D-1BD8B28A48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5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EE9E1D9-F11B-4E8C-9A3C-27DF54FB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用</a:t>
            </a:r>
            <a:r>
              <a:rPr lang="en-US" altLang="zh-CN"/>
              <a:t>UML</a:t>
            </a:r>
            <a:r>
              <a:rPr lang="zh-CN" altLang="zh-CN"/>
              <a:t>图来表示用户界面的跳转关系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66EE62-3B83-4A38-8F6F-42DAEA27BB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1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8BD8B9-E27B-4BCC-91A0-9521A729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>
                <a:effectLst/>
              </a:rPr>
              <a:t>“空巢老人看护系统”用户界面跳转关系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0BAD38-1B38-45C0-BB2F-2D78951E96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66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D78B48-F30C-4D1A-80E9-D01D998E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例：</a:t>
            </a:r>
            <a:r>
              <a:rPr lang="zh-CN" altLang="zh-CN">
                <a:effectLst/>
              </a:rPr>
              <a:t>“空巢老人看护系统”用户界面跳转关系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FC2D07-555D-4A13-B203-76C990B312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27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28FCD83-3895-4688-B056-3DF3381E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3. </a:t>
            </a:r>
            <a:r>
              <a:rPr lang="zh-CN" altLang="zh-CN">
                <a:effectLst/>
              </a:rPr>
              <a:t>精化用户界面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AC16D5-0CB6-456D-8A1C-0C3621673B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35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799E1CA-782C-4700-8E6A-91823155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精化内容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6C7AF3-B6FC-46D4-8CCF-0DB3AF9E3A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17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7850BE-AA41-46A3-BA1C-BEC98120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1D6EAA-BA12-446D-87DE-2459DBCA21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99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248B27-273C-4F04-8C59-DC9EDA3B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不同的茶壶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2B9987-5122-4857-BB76-05F89C3E4D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2290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1EAF36-88B3-4A4E-B20A-57D0762D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061A61-FF97-453B-AA25-61622C7C97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2215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B5A2E3-3B3F-467E-AFAD-C6BF0360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FF0BCA-F9A4-4B3C-825F-A52295832F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381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3B165B-2C6E-4312-BE84-1D7BFF3F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EE26A5-D128-46FF-941D-BFA506FCCA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8256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3D5D2E-021C-4EC1-A388-3A357CCF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BE18CD-E05D-4BA7-AC8F-B325572B37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9038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93C23B0-8542-4829-928C-DCC07C5D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2AEBE5-443D-4219-AB92-94D7E37B53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7327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A4CBC01-B519-4684-9415-7A0363B6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304DBA-A33B-413D-88E7-C5836C1C54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4518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E6CCDE-2F67-4F33-A6AC-4C04AD4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8186D8-AD4F-4101-BBFB-67338DCB30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8167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21DADBB-8DE7-4AF7-ABED-5109AD82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用户体验的要素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13A27A-5728-4F87-ADD6-00547460C0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3770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CE7171C-1CC9-4A83-B8C3-0B3E7E8A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442721-31FE-488F-8569-3407BD9252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24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AC66E7-28D7-49FF-8AC8-29457955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en-US"/>
              <a:t>用户界面设计的输出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3FCD59-8360-4168-8470-CAB8F784A0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135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91BEB29-735B-415E-B82D-72D4471C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</a:t>
            </a:r>
            <a:r>
              <a:rPr lang="zh-CN" altLang="en-US"/>
              <a:t>用户界面评审的内容和原则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679127-773E-4B43-8A7D-9F69831914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7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18711E-D363-4DCC-95CC-D0345154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54B385-C1C8-4911-9783-6D13FA9714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2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50113E2-EDA4-4886-85FB-AB766515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课程实践：设计开源软件的用户界面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FFC8A2-BE03-4F14-8109-BF5D96E4EB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4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自定义</PresentationFormat>
  <Paragraphs>39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5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内容</vt:lpstr>
      <vt:lpstr>计算机软件与外界的二种不同交互方式</vt:lpstr>
      <vt:lpstr>1.1 人机交互的常见方式</vt:lpstr>
      <vt:lpstr>1.2 人机交互的关键</vt:lpstr>
      <vt:lpstr>1.3 用户界面元素及实现方式</vt:lpstr>
      <vt:lpstr>1.4 用UML类图表示用户界面元素</vt:lpstr>
      <vt:lpstr>用UML顺序图表示界面的跳转关系</vt:lpstr>
      <vt:lpstr>内容</vt:lpstr>
      <vt:lpstr>2.1 用户界面设计的任务</vt:lpstr>
      <vt:lpstr>2.2 用户界面设计原则（1/2）</vt:lpstr>
      <vt:lpstr>用户界面设计原则（2/2）</vt:lpstr>
      <vt:lpstr>2.3 用户界面设计过程</vt:lpstr>
      <vt:lpstr>1. 用户界面初步设计</vt:lpstr>
      <vt:lpstr>例：“空巢老人看护系统”用户界面概念设计</vt:lpstr>
      <vt:lpstr>例：用户界面“MonitoringUI”设计</vt:lpstr>
      <vt:lpstr>例：用户界面的设计类图</vt:lpstr>
      <vt:lpstr>例：登录用例的顺序图及其用户界面设计</vt:lpstr>
      <vt:lpstr>例：“LoginUI”的设计类图</vt:lpstr>
      <vt:lpstr>2. 建立用户界面间的跳转关系</vt:lpstr>
      <vt:lpstr>用UML图来表示用户界面的跳转关系</vt:lpstr>
      <vt:lpstr>例：“空巢老人看护系统”用户界面跳转关系</vt:lpstr>
      <vt:lpstr>例：“空巢老人看护系统”用户界面跳转关系</vt:lpstr>
      <vt:lpstr>3. 精化用户界面</vt:lpstr>
      <vt:lpstr>精化内容</vt:lpstr>
      <vt:lpstr>内容</vt:lpstr>
      <vt:lpstr>不同的茶壶</vt:lpstr>
      <vt:lpstr>用户体验的要素</vt:lpstr>
      <vt:lpstr>用户体验的要素</vt:lpstr>
      <vt:lpstr>用户体验的要素</vt:lpstr>
      <vt:lpstr>用户体验的要素</vt:lpstr>
      <vt:lpstr>用户体验的要素</vt:lpstr>
      <vt:lpstr>用户体验的要素</vt:lpstr>
      <vt:lpstr>用户体验的要素</vt:lpstr>
      <vt:lpstr>用户体验的要素</vt:lpstr>
      <vt:lpstr>内容</vt:lpstr>
      <vt:lpstr>4.1 用户界面设计的输出</vt:lpstr>
      <vt:lpstr>4.2 用户界面评审的内容和原则</vt:lpstr>
      <vt:lpstr>总结</vt:lpstr>
      <vt:lpstr>课程实践：设计开源软件的用户界面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2025-10-15T02:40:10Z</dcterms:created>
  <dcterms:modified xsi:type="dcterms:W3CDTF">2025-10-15T02:40:10Z</dcterms:modified>
</cp:coreProperties>
</file>