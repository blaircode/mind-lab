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comments/modernComment_2BE_40E8D410.xml" ContentType="application/vnd.ms-powerpoint.comments+xml"/>
  <Override PartName="/ppt/comments/modernComment_2CA_448BEDF2.xml" ContentType="application/vnd.ms-powerpoint.comments+xml"/>
  <Override PartName="/ppt/comments/modernComment_2D0_AB5F8707.xml" ContentType="application/vnd.ms-powerpoint.comments+xml"/>
  <Override PartName="/ppt/ink/ink1.xml" ContentType="application/inkml+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9" r:id="rId1"/>
    <p:sldMasterId id="2147483661" r:id="rId2"/>
    <p:sldMasterId id="2147483662" r:id="rId3"/>
    <p:sldMasterId id="2147483891" r:id="rId4"/>
  </p:sldMasterIdLst>
  <p:notesMasterIdLst>
    <p:notesMasterId r:id="rId31"/>
  </p:notesMasterIdLst>
  <p:handoutMasterIdLst>
    <p:handoutMasterId r:id="rId32"/>
  </p:handoutMasterIdLst>
  <p:sldIdLst>
    <p:sldId id="321" r:id="rId5"/>
    <p:sldId id="711" r:id="rId6"/>
    <p:sldId id="447" r:id="rId7"/>
    <p:sldId id="699" r:id="rId8"/>
    <p:sldId id="700" r:id="rId9"/>
    <p:sldId id="701" r:id="rId10"/>
    <p:sldId id="702" r:id="rId11"/>
    <p:sldId id="729" r:id="rId12"/>
    <p:sldId id="714" r:id="rId13"/>
    <p:sldId id="715" r:id="rId14"/>
    <p:sldId id="716" r:id="rId15"/>
    <p:sldId id="703" r:id="rId16"/>
    <p:sldId id="704" r:id="rId17"/>
    <p:sldId id="706" r:id="rId18"/>
    <p:sldId id="708" r:id="rId19"/>
    <p:sldId id="717" r:id="rId20"/>
    <p:sldId id="718" r:id="rId21"/>
    <p:sldId id="719" r:id="rId22"/>
    <p:sldId id="720" r:id="rId23"/>
    <p:sldId id="724" r:id="rId24"/>
    <p:sldId id="725" r:id="rId25"/>
    <p:sldId id="726" r:id="rId26"/>
    <p:sldId id="727" r:id="rId27"/>
    <p:sldId id="721" r:id="rId28"/>
    <p:sldId id="722" r:id="rId29"/>
    <p:sldId id="728" r:id="rId30"/>
  </p:sldIdLst>
  <p:sldSz cx="12192000" cy="6858000"/>
  <p:notesSz cx="6858000" cy="9144000"/>
  <p:defaultTextStyle>
    <a:defPPr>
      <a:defRPr lang="en-US"/>
    </a:defPPr>
    <a:lvl1pPr algn="l" rtl="0" eaLnBrk="0" fontAlgn="base" hangingPunct="0">
      <a:spcBef>
        <a:spcPct val="0"/>
      </a:spcBef>
      <a:spcAft>
        <a:spcPct val="0"/>
      </a:spcAft>
      <a:defRPr sz="2800" kern="1200">
        <a:solidFill>
          <a:schemeClr val="tx1"/>
        </a:solidFill>
        <a:latin typeface="Verdana" panose="020B0604030504040204" pitchFamily="34" charset="0"/>
        <a:ea typeface="仿宋" panose="02010609060101010101" pitchFamily="49" charset="-122"/>
        <a:cs typeface="+mn-cs"/>
      </a:defRPr>
    </a:lvl1pPr>
    <a:lvl2pPr marL="457200" algn="l" rtl="0" eaLnBrk="0" fontAlgn="base" hangingPunct="0">
      <a:spcBef>
        <a:spcPct val="0"/>
      </a:spcBef>
      <a:spcAft>
        <a:spcPct val="0"/>
      </a:spcAft>
      <a:defRPr sz="2800" kern="1200">
        <a:solidFill>
          <a:schemeClr val="tx1"/>
        </a:solidFill>
        <a:latin typeface="Verdana" panose="020B0604030504040204" pitchFamily="34" charset="0"/>
        <a:ea typeface="仿宋" panose="02010609060101010101" pitchFamily="49" charset="-122"/>
        <a:cs typeface="+mn-cs"/>
      </a:defRPr>
    </a:lvl2pPr>
    <a:lvl3pPr marL="914400" algn="l" rtl="0" eaLnBrk="0" fontAlgn="base" hangingPunct="0">
      <a:spcBef>
        <a:spcPct val="0"/>
      </a:spcBef>
      <a:spcAft>
        <a:spcPct val="0"/>
      </a:spcAft>
      <a:defRPr sz="2800" kern="1200">
        <a:solidFill>
          <a:schemeClr val="tx1"/>
        </a:solidFill>
        <a:latin typeface="Verdana" panose="020B0604030504040204" pitchFamily="34" charset="0"/>
        <a:ea typeface="仿宋" panose="02010609060101010101" pitchFamily="49" charset="-122"/>
        <a:cs typeface="+mn-cs"/>
      </a:defRPr>
    </a:lvl3pPr>
    <a:lvl4pPr marL="1371600" algn="l" rtl="0" eaLnBrk="0" fontAlgn="base" hangingPunct="0">
      <a:spcBef>
        <a:spcPct val="0"/>
      </a:spcBef>
      <a:spcAft>
        <a:spcPct val="0"/>
      </a:spcAft>
      <a:defRPr sz="2800" kern="1200">
        <a:solidFill>
          <a:schemeClr val="tx1"/>
        </a:solidFill>
        <a:latin typeface="Verdana" panose="020B0604030504040204" pitchFamily="34" charset="0"/>
        <a:ea typeface="仿宋" panose="02010609060101010101" pitchFamily="49" charset="-122"/>
        <a:cs typeface="+mn-cs"/>
      </a:defRPr>
    </a:lvl4pPr>
    <a:lvl5pPr marL="1828800" algn="l" rtl="0" eaLnBrk="0" fontAlgn="base" hangingPunct="0">
      <a:spcBef>
        <a:spcPct val="0"/>
      </a:spcBef>
      <a:spcAft>
        <a:spcPct val="0"/>
      </a:spcAft>
      <a:defRPr sz="2800" kern="1200">
        <a:solidFill>
          <a:schemeClr val="tx1"/>
        </a:solidFill>
        <a:latin typeface="Verdana" panose="020B0604030504040204" pitchFamily="34" charset="0"/>
        <a:ea typeface="仿宋" panose="02010609060101010101" pitchFamily="49" charset="-122"/>
        <a:cs typeface="+mn-cs"/>
      </a:defRPr>
    </a:lvl5pPr>
    <a:lvl6pPr marL="2286000" algn="l" defTabSz="914400" rtl="0" eaLnBrk="1" latinLnBrk="0" hangingPunct="1">
      <a:defRPr sz="2800" kern="1200">
        <a:solidFill>
          <a:schemeClr val="tx1"/>
        </a:solidFill>
        <a:latin typeface="Verdana" panose="020B0604030504040204" pitchFamily="34" charset="0"/>
        <a:ea typeface="仿宋" panose="02010609060101010101" pitchFamily="49" charset="-122"/>
        <a:cs typeface="+mn-cs"/>
      </a:defRPr>
    </a:lvl6pPr>
    <a:lvl7pPr marL="2743200" algn="l" defTabSz="914400" rtl="0" eaLnBrk="1" latinLnBrk="0" hangingPunct="1">
      <a:defRPr sz="2800" kern="1200">
        <a:solidFill>
          <a:schemeClr val="tx1"/>
        </a:solidFill>
        <a:latin typeface="Verdana" panose="020B0604030504040204" pitchFamily="34" charset="0"/>
        <a:ea typeface="仿宋" panose="02010609060101010101" pitchFamily="49" charset="-122"/>
        <a:cs typeface="+mn-cs"/>
      </a:defRPr>
    </a:lvl7pPr>
    <a:lvl8pPr marL="3200400" algn="l" defTabSz="914400" rtl="0" eaLnBrk="1" latinLnBrk="0" hangingPunct="1">
      <a:defRPr sz="2800" kern="1200">
        <a:solidFill>
          <a:schemeClr val="tx1"/>
        </a:solidFill>
        <a:latin typeface="Verdana" panose="020B0604030504040204" pitchFamily="34" charset="0"/>
        <a:ea typeface="仿宋" panose="02010609060101010101" pitchFamily="49" charset="-122"/>
        <a:cs typeface="+mn-cs"/>
      </a:defRPr>
    </a:lvl8pPr>
    <a:lvl9pPr marL="3657600" algn="l" defTabSz="914400" rtl="0" eaLnBrk="1" latinLnBrk="0" hangingPunct="1">
      <a:defRPr sz="2800" kern="1200">
        <a:solidFill>
          <a:schemeClr val="tx1"/>
        </a:solidFill>
        <a:latin typeface="Verdana" panose="020B0604030504040204" pitchFamily="34" charset="0"/>
        <a:ea typeface="仿宋" panose="02010609060101010101" pitchFamily="49"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867253C-3F93-4BE5-C543-8F4FB1C2D3B5}" name="BLAIR" initials="B" userId="BLAIR" providerId="Non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3366FF"/>
    <a:srgbClr val="9900FF"/>
    <a:srgbClr val="000092"/>
    <a:srgbClr val="66FF33"/>
    <a:srgbClr val="DDDDDD"/>
    <a:srgbClr val="663300"/>
    <a:srgbClr val="000066"/>
    <a:srgbClr val="CC0000"/>
    <a:srgbClr val="8000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897" autoAdjust="0"/>
    <p:restoredTop sz="94646" autoAdjust="0"/>
  </p:normalViewPr>
  <p:slideViewPr>
    <p:cSldViewPr>
      <p:cViewPr varScale="1">
        <p:scale>
          <a:sx n="65" d="100"/>
          <a:sy n="65" d="100"/>
        </p:scale>
        <p:origin x="52" y="61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37"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slideMaster" Target="slideMasters/slideMaster3.xml"/></Relationships>
</file>

<file path=ppt/comments/modernComment_2BE_40E8D410.xml><?xml version="1.0" encoding="utf-8"?>
<p188:cmLst xmlns:a="http://schemas.openxmlformats.org/drawingml/2006/main" xmlns:r="http://schemas.openxmlformats.org/officeDocument/2006/relationships" xmlns:p188="http://schemas.microsoft.com/office/powerpoint/2018/8/main">
  <p188:cm id="{94B6D15A-0C25-4335-A12E-664BABC4C309}" authorId="{2867253C-3F93-4BE5-C543-8F4FB1C2D3B5}" created="2026-03-03T02:25:43.284">
    <pc:sldMkLst xmlns:pc="http://schemas.microsoft.com/office/powerpoint/2013/main/command">
      <pc:docMk/>
      <pc:sldMk cId="1089000464" sldId="702"/>
    </pc:sldMkLst>
    <p188:txBody>
      <a:bodyPr/>
      <a:lstStyle/>
      <a:p>
        <a:r>
          <a:rPr lang="zh-CN" altLang="en-US"/>
          <a:t>环形局域网是靠特殊包传输数据，那总线型呢？</a:t>
        </a:r>
      </a:p>
    </p188:txBody>
  </p188:cm>
</p188:cmLst>
</file>

<file path=ppt/comments/modernComment_2CA_448BEDF2.xml><?xml version="1.0" encoding="utf-8"?>
<p188:cmLst xmlns:a="http://schemas.openxmlformats.org/drawingml/2006/main" xmlns:r="http://schemas.openxmlformats.org/officeDocument/2006/relationships" xmlns:p188="http://schemas.microsoft.com/office/powerpoint/2018/8/main">
  <p188:cm id="{CEF75B5E-47E4-4297-AC5E-0486B4E9E1C5}" authorId="{2867253C-3F93-4BE5-C543-8F4FB1C2D3B5}" created="2026-03-03T02:40:19.701">
    <ac:deMkLst xmlns:ac="http://schemas.microsoft.com/office/drawing/2013/main/command">
      <pc:docMk xmlns:pc="http://schemas.microsoft.com/office/powerpoint/2013/main/command"/>
      <pc:sldMk xmlns:pc="http://schemas.microsoft.com/office/powerpoint/2013/main/command" cId="1150021106" sldId="714"/>
      <ac:picMk id="11" creationId="{20BA4CCF-A394-448F-89DA-F0C57AFEB14C}"/>
    </ac:deMkLst>
    <p188:replyLst>
      <p188:reply id="{55B157BE-E35E-4242-A108-827D16D09339}" authorId="{2867253C-3F93-4BE5-C543-8F4FB1C2D3B5}" created="2026-03-03T02:42:47.722">
        <p188:txBody>
          <a:bodyPr/>
          <a:lstStyle/>
          <a:p>
            <a:r>
              <a:rPr lang="zh-CN" altLang="en-US"/>
              <a:t>通信子网每个设备的路由表是动态更新的。他们之间会通信，传递信息</a:t>
            </a:r>
          </a:p>
        </p188:txBody>
      </p188:reply>
    </p188:replyLst>
    <p188:txBody>
      <a:bodyPr/>
      <a:lstStyle/>
      <a:p>
        <a:r>
          <a:rPr lang="zh-CN" altLang="en-US"/>
          <a:t>到达B之后，怎么知道下一步该怎么走？</a:t>
        </a:r>
      </a:p>
    </p188:txBody>
  </p188:cm>
</p188:cmLst>
</file>

<file path=ppt/comments/modernComment_2D0_AB5F8707.xml><?xml version="1.0" encoding="utf-8"?>
<p188:cmLst xmlns:a="http://schemas.openxmlformats.org/drawingml/2006/main" xmlns:r="http://schemas.openxmlformats.org/officeDocument/2006/relationships" xmlns:p188="http://schemas.microsoft.com/office/powerpoint/2018/8/main">
  <p188:cm id="{B2A841EF-0B7F-45EF-B24B-18014A5BACE2}" authorId="{2867253C-3F93-4BE5-C543-8F4FB1C2D3B5}" created="2026-03-03T03:04:05.663">
    <ac:deMkLst xmlns:ac="http://schemas.microsoft.com/office/drawing/2013/main/command">
      <pc:docMk xmlns:pc="http://schemas.microsoft.com/office/powerpoint/2013/main/command"/>
      <pc:sldMk xmlns:pc="http://schemas.microsoft.com/office/powerpoint/2013/main/command" cId="2875164423" sldId="720"/>
      <ac:spMk id="4" creationId="{240AD18D-5FE2-06BF-6357-03188F7E8EC0}"/>
    </ac:deMkLst>
    <p188:txBody>
      <a:bodyPr/>
      <a:lstStyle/>
      <a:p>
        <a:r>
          <a:rPr lang="zh-CN" altLang="en-US"/>
          <a:t>Shared Ethernet</a:t>
        </a:r>
      </a:p>
    </p188:txBody>
  </p188:cm>
  <p188:cm id="{5FDACA37-5EF4-4F4A-BF4F-81EFBBEAA5B1}" authorId="{2867253C-3F93-4BE5-C543-8F4FB1C2D3B5}" created="2026-03-03T03:04:31.831">
    <ac:deMkLst xmlns:ac="http://schemas.microsoft.com/office/drawing/2013/main/command">
      <pc:docMk xmlns:pc="http://schemas.microsoft.com/office/powerpoint/2013/main/command"/>
      <pc:sldMk xmlns:pc="http://schemas.microsoft.com/office/powerpoint/2013/main/command" cId="2875164423" sldId="720"/>
      <ac:spMk id="6" creationId="{A1767549-AD1D-100A-6805-50FCF4D8052C}"/>
    </ac:deMkLst>
    <p188:txBody>
      <a:bodyPr/>
      <a:lstStyle/>
      <a:p>
        <a:r>
          <a:rPr lang="zh-CN" altLang="en-US"/>
          <a:t>Switching Ethernet</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854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kumimoji="1" sz="1200">
                <a:latin typeface="Times New Roman" pitchFamily="18" charset="0"/>
                <a:ea typeface="宋体" pitchFamily="2" charset="-122"/>
              </a:defRPr>
            </a:lvl1pPr>
          </a:lstStyle>
          <a:p>
            <a:pPr>
              <a:defRPr/>
            </a:pPr>
            <a:endParaRPr lang="zh-CN" altLang="en-US"/>
          </a:p>
        </p:txBody>
      </p:sp>
      <p:sp>
        <p:nvSpPr>
          <p:cNvPr id="108547"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kumimoji="1" sz="1200">
                <a:latin typeface="Times New Roman" pitchFamily="18" charset="0"/>
                <a:ea typeface="宋体" pitchFamily="2" charset="-122"/>
              </a:defRPr>
            </a:lvl1pPr>
          </a:lstStyle>
          <a:p>
            <a:pPr>
              <a:defRPr/>
            </a:pPr>
            <a:endParaRPr lang="en-US" altLang="zh-CN"/>
          </a:p>
        </p:txBody>
      </p:sp>
      <p:sp>
        <p:nvSpPr>
          <p:cNvPr id="108548"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kumimoji="1" sz="1200">
                <a:latin typeface="Times New Roman" pitchFamily="18" charset="0"/>
                <a:ea typeface="宋体" pitchFamily="2" charset="-122"/>
              </a:defRPr>
            </a:lvl1pPr>
          </a:lstStyle>
          <a:p>
            <a:pPr>
              <a:defRPr/>
            </a:pPr>
            <a:endParaRPr lang="en-US" altLang="zh-CN"/>
          </a:p>
        </p:txBody>
      </p:sp>
      <p:sp>
        <p:nvSpPr>
          <p:cNvPr id="108549"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kumimoji="1" sz="1200">
                <a:latin typeface="Times New Roman" panose="02020603050405020304" pitchFamily="18" charset="0"/>
                <a:ea typeface="宋体" panose="02010600030101010101" pitchFamily="2" charset="-122"/>
              </a:defRPr>
            </a:lvl1pPr>
          </a:lstStyle>
          <a:p>
            <a:pPr>
              <a:defRPr/>
            </a:pPr>
            <a:fld id="{4BA72ED1-F039-42EA-9F17-338393C2EBD7}" type="slidenum">
              <a:rPr lang="zh-CN" altLang="en-US"/>
              <a:pPr>
                <a:defRPr/>
              </a:pPr>
              <a:t>‹#›</a:t>
            </a:fld>
            <a:endParaRPr lang="en-US" altLang="zh-CN"/>
          </a:p>
        </p:txBody>
      </p:sp>
    </p:spTree>
    <p:extLst>
      <p:ext uri="{BB962C8B-B14F-4D97-AF65-F5344CB8AC3E}">
        <p14:creationId xmlns:p14="http://schemas.microsoft.com/office/powerpoint/2010/main" val="174984638"/>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05:04.532"/>
    </inkml:context>
    <inkml:brush xml:id="br0">
      <inkml:brushProperty name="width" value="0.025" units="cm"/>
      <inkml:brushProperty name="height" value="0.025" units="cm"/>
    </inkml:brush>
  </inkml:definitions>
  <inkml:trace contextRef="#ctx0" brushRef="#br0">16311 487 24575,'33'-16'0,"1"2"0,39-10 0,-39 13 0,186-55-749,3 10 0,331-40 0,-275 69-374,465 14-1,-502 26 594,428 78-1,-522-58 271,-2 6 0,-1 7 0,-2 6 0,144 75-1,366 251 101,-31 43 2,-570-384 104,582 453 248,-518-383 213,-4 4 1,-5 6 0,99 141-1,41 104 509,-111-159-693,218 394 932,-242-398-71,17 30 480,115 261-1393,-33 17-131,-169-378 14,24 134 0,7 137 44,5 21-53,-52-289-45,-6 1 0,5 256 0,-32 400 0,-37-1 0,34-676 0,-35 343 0,15-118 0,25-271 0,-7 39 0,-32 125 0,24-147 0,-35 87 0,-41 75 0,54-145 0,-5-1 0,-98 153 0,127-229 0,-1 0 0,0-1 0,-2-2 0,0 0 0,-2-1 0,0-1 0,-1-1 0,0-1 0,-2-1 0,-39 17 0,1-7 0,-1-2 0,-1-2 0,-88 14 0,82-23 0,0-4 0,-1-2 0,1-4 0,-76-7 0,-481-17 0,287 8 0,267 6 0,-1-4 0,-105-30 0,126 26 0,-25-9 0,-1 3 0,-128-17 0,-386 25 0,458 16 0,-89 6-171,0 10 0,2 10 0,-400 102 0,13 35 285,265-91 427,272-61-512,-150 22-469,-301 8 1,-230-38-773,523-7 1104,-1943-2-649,2024 7 1020,1 7-1,-214 41 1,315-40 70,0 2 0,2 2 0,0 2 0,0 2 0,-51 30 0,-4 7-276,4 4-1,-124 97 1,127-73-57,3 4 0,5 3 0,3 5 0,5 3 0,4 3 0,4 4 0,-101 205 0,-48 188 0,-8 18 0,118-256 0,86-200 0,-2 0 0,-64 103 0,-89 103 0,63-100 0,9-9 0,-193 320 0,34-17 0,80-190 0,47-82 0,-141 169 0,-47-34 0,-21-22 0,118-106 0,29-32-156,-273 172-1,-243 96-157,637-386 314,-163 65 0,192-93 0,-2-2 0,0-2 0,0-3 0,-87 7 0,-1475 23-941,1212-57 903,326 9 20,1-5 1,0-2-1,-90-30 1,81 13 4,-107-55 0,-74-59 13,18 10 4,-163-53-304,-9 22-315,-198-85 31,-135-139 123,696 355 596,1-3 0,-60-53 0,84 62-44,1-1-1,2-2 1,1-1 0,-37-56-1,-76-167 7,17-11-41,80 170 82,-272-686 799,309 767-928,-136-416-9,109 302 0,-22-181 0,-15-610 395,69 643-409,46-369 1,166-771-734,-194 1316 741,69-367 6,5-32 0,-73 395-13,290-1723-1865,-162 1128 808,-127 621 1281,-4-1 0,6-141 0,40-335 3997,-54 511-4140,3-44-68,-5-141 0,-4 227 0,1-22 0,1-1 0,1 1 0,1 0 0,2 1 0,14-44 0,60-120 0,112-169 0,-112 219 0,510-819-668,-519 862 646,97-102 0,101-75-453,-33 48-1242,658-548 1287,155-5 449,-749 589-136,549-253-1,-395 260-499,7 20 184,-328 116 404,-115 40 29,816-272 0,17 54 0,92 67-1970,237 47 1970,-544 61 0,860-109 0,-638 90-940,-671 60 1610,208-33 0,-190 13 252,217-1-1,208 43 922,117 76-1367,-515-56-398,95 19 372,-221-31-225,111 40 0,-57 9 658,-76-31-737,12 5-112,-25-12-36,77 26 0,-24-30 2,-69-18 0,4 1-455,0-4 0,82 3 0,-97-11-6371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kumimoji="1" sz="1200">
                <a:latin typeface="Times New Roman" pitchFamily="18" charset="0"/>
                <a:ea typeface="宋体" pitchFamily="2" charset="-122"/>
              </a:defRPr>
            </a:lvl1pPr>
          </a:lstStyle>
          <a:p>
            <a:pPr>
              <a:defRPr/>
            </a:pPr>
            <a:endParaRPr lang="zh-CN" altLang="en-US"/>
          </a:p>
        </p:txBody>
      </p:sp>
      <p:sp>
        <p:nvSpPr>
          <p:cNvPr id="26627"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kumimoji="1" sz="1200">
                <a:latin typeface="Times New Roman" pitchFamily="18" charset="0"/>
                <a:ea typeface="宋体" pitchFamily="2" charset="-122"/>
              </a:defRPr>
            </a:lvl1pPr>
          </a:lstStyle>
          <a:p>
            <a:pPr>
              <a:defRPr/>
            </a:pPr>
            <a:endParaRPr lang="en-US" altLang="zh-CN"/>
          </a:p>
        </p:txBody>
      </p:sp>
      <p:sp>
        <p:nvSpPr>
          <p:cNvPr id="5124"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6629"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6630"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kumimoji="1" sz="1200">
                <a:latin typeface="Times New Roman" pitchFamily="18" charset="0"/>
                <a:ea typeface="宋体" pitchFamily="2" charset="-122"/>
              </a:defRPr>
            </a:lvl1pPr>
          </a:lstStyle>
          <a:p>
            <a:pPr>
              <a:defRPr/>
            </a:pPr>
            <a:endParaRPr lang="en-US" altLang="zh-CN"/>
          </a:p>
        </p:txBody>
      </p:sp>
      <p:sp>
        <p:nvSpPr>
          <p:cNvPr id="26631"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kumimoji="1" sz="1200">
                <a:latin typeface="Times New Roman" panose="02020603050405020304" pitchFamily="18" charset="0"/>
                <a:ea typeface="宋体" panose="02010600030101010101" pitchFamily="2" charset="-122"/>
              </a:defRPr>
            </a:lvl1pPr>
          </a:lstStyle>
          <a:p>
            <a:pPr>
              <a:defRPr/>
            </a:pPr>
            <a:fld id="{A3A7B563-9C41-4C34-889A-B0708FF72737}" type="slidenum">
              <a:rPr lang="zh-CN" altLang="en-US"/>
              <a:pPr>
                <a:defRPr/>
              </a:pPr>
              <a:t>‹#›</a:t>
            </a:fld>
            <a:endParaRPr lang="en-US" altLang="zh-CN"/>
          </a:p>
        </p:txBody>
      </p:sp>
    </p:spTree>
    <p:extLst>
      <p:ext uri="{BB962C8B-B14F-4D97-AF65-F5344CB8AC3E}">
        <p14:creationId xmlns:p14="http://schemas.microsoft.com/office/powerpoint/2010/main" val="228889699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AutoShape 4"/>
          <p:cNvSpPr>
            <a:spLocks noChangeArrowheads="1"/>
          </p:cNvSpPr>
          <p:nvPr/>
        </p:nvSpPr>
        <p:spPr bwMode="auto">
          <a:xfrm>
            <a:off x="1007533" y="1547814"/>
            <a:ext cx="10363200" cy="109537"/>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zh-CN" altLang="en-US" sz="2800"/>
          </a:p>
        </p:txBody>
      </p:sp>
      <p:pic>
        <p:nvPicPr>
          <p:cNvPr id="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85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6"/>
          <p:cNvSpPr txBox="1">
            <a:spLocks noChangeArrowheads="1"/>
          </p:cNvSpPr>
          <p:nvPr/>
        </p:nvSpPr>
        <p:spPr bwMode="auto">
          <a:xfrm>
            <a:off x="3503085" y="260350"/>
            <a:ext cx="374438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Verdana" pitchFamily="34" charset="0"/>
                <a:ea typeface="仿宋" pitchFamily="49" charset="-122"/>
              </a:defRPr>
            </a:lvl1pPr>
            <a:lvl2pPr marL="742950" indent="-285750" eaLnBrk="0" hangingPunct="0">
              <a:defRPr sz="2800">
                <a:solidFill>
                  <a:schemeClr val="tx1"/>
                </a:solidFill>
                <a:latin typeface="Verdana" pitchFamily="34" charset="0"/>
                <a:ea typeface="仿宋" pitchFamily="49" charset="-122"/>
              </a:defRPr>
            </a:lvl2pPr>
            <a:lvl3pPr marL="1143000" indent="-228600" eaLnBrk="0" hangingPunct="0">
              <a:defRPr sz="2800">
                <a:solidFill>
                  <a:schemeClr val="tx1"/>
                </a:solidFill>
                <a:latin typeface="Verdana" pitchFamily="34" charset="0"/>
                <a:ea typeface="仿宋" pitchFamily="49" charset="-122"/>
              </a:defRPr>
            </a:lvl3pPr>
            <a:lvl4pPr marL="1600200" indent="-228600" eaLnBrk="0" hangingPunct="0">
              <a:defRPr sz="2800">
                <a:solidFill>
                  <a:schemeClr val="tx1"/>
                </a:solidFill>
                <a:latin typeface="Verdana" pitchFamily="34" charset="0"/>
                <a:ea typeface="仿宋" pitchFamily="49" charset="-122"/>
              </a:defRPr>
            </a:lvl4pPr>
            <a:lvl5pPr marL="2057400" indent="-228600" eaLnBrk="0" hangingPunct="0">
              <a:defRPr sz="2800">
                <a:solidFill>
                  <a:schemeClr val="tx1"/>
                </a:solidFill>
                <a:latin typeface="Verdana" pitchFamily="34" charset="0"/>
                <a:ea typeface="仿宋" pitchFamily="49" charset="-122"/>
              </a:defRPr>
            </a:lvl5pPr>
            <a:lvl6pPr marL="2514600" indent="-228600" eaLnBrk="0" fontAlgn="base" hangingPunct="0">
              <a:spcBef>
                <a:spcPct val="0"/>
              </a:spcBef>
              <a:spcAft>
                <a:spcPct val="0"/>
              </a:spcAft>
              <a:defRPr sz="2800">
                <a:solidFill>
                  <a:schemeClr val="tx1"/>
                </a:solidFill>
                <a:latin typeface="Verdana" pitchFamily="34" charset="0"/>
                <a:ea typeface="仿宋" pitchFamily="49" charset="-122"/>
              </a:defRPr>
            </a:lvl6pPr>
            <a:lvl7pPr marL="2971800" indent="-228600" eaLnBrk="0" fontAlgn="base" hangingPunct="0">
              <a:spcBef>
                <a:spcPct val="0"/>
              </a:spcBef>
              <a:spcAft>
                <a:spcPct val="0"/>
              </a:spcAft>
              <a:defRPr sz="2800">
                <a:solidFill>
                  <a:schemeClr val="tx1"/>
                </a:solidFill>
                <a:latin typeface="Verdana" pitchFamily="34" charset="0"/>
                <a:ea typeface="仿宋" pitchFamily="49" charset="-122"/>
              </a:defRPr>
            </a:lvl7pPr>
            <a:lvl8pPr marL="3429000" indent="-228600" eaLnBrk="0" fontAlgn="base" hangingPunct="0">
              <a:spcBef>
                <a:spcPct val="0"/>
              </a:spcBef>
              <a:spcAft>
                <a:spcPct val="0"/>
              </a:spcAft>
              <a:defRPr sz="2800">
                <a:solidFill>
                  <a:schemeClr val="tx1"/>
                </a:solidFill>
                <a:latin typeface="Verdana" pitchFamily="34" charset="0"/>
                <a:ea typeface="仿宋" pitchFamily="49" charset="-122"/>
              </a:defRPr>
            </a:lvl8pPr>
            <a:lvl9pPr marL="3886200" indent="-228600" eaLnBrk="0" fontAlgn="base" hangingPunct="0">
              <a:spcBef>
                <a:spcPct val="0"/>
              </a:spcBef>
              <a:spcAft>
                <a:spcPct val="0"/>
              </a:spcAft>
              <a:defRPr sz="2800">
                <a:solidFill>
                  <a:schemeClr val="tx1"/>
                </a:solidFill>
                <a:latin typeface="Verdana" pitchFamily="34" charset="0"/>
                <a:ea typeface="仿宋" pitchFamily="49" charset="-122"/>
              </a:defRPr>
            </a:lvl9pPr>
          </a:lstStyle>
          <a:p>
            <a:pPr eaLnBrk="1" hangingPunct="1">
              <a:spcBef>
                <a:spcPct val="50000"/>
              </a:spcBef>
              <a:defRPr/>
            </a:pPr>
            <a:r>
              <a:rPr lang="zh-CN" altLang="en-US" sz="2400" b="1">
                <a:solidFill>
                  <a:srgbClr val="F7F7F7"/>
                </a:solidFill>
                <a:ea typeface="楷体_GB2312" pitchFamily="49" charset="-122"/>
              </a:rPr>
              <a:t>计算机与信息学院</a:t>
            </a:r>
          </a:p>
        </p:txBody>
      </p:sp>
      <p:sp>
        <p:nvSpPr>
          <p:cNvPr id="7" name="Text Box 7"/>
          <p:cNvSpPr txBox="1">
            <a:spLocks noChangeArrowheads="1"/>
          </p:cNvSpPr>
          <p:nvPr/>
        </p:nvSpPr>
        <p:spPr bwMode="auto">
          <a:xfrm>
            <a:off x="0" y="6640514"/>
            <a:ext cx="12192000" cy="2444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Verdana" pitchFamily="34" charset="0"/>
                <a:ea typeface="仿宋" pitchFamily="49" charset="-122"/>
              </a:defRPr>
            </a:lvl1pPr>
            <a:lvl2pPr marL="742950" indent="-285750" eaLnBrk="0" hangingPunct="0">
              <a:defRPr sz="2800">
                <a:solidFill>
                  <a:schemeClr val="tx1"/>
                </a:solidFill>
                <a:latin typeface="Verdana" pitchFamily="34" charset="0"/>
                <a:ea typeface="仿宋" pitchFamily="49" charset="-122"/>
              </a:defRPr>
            </a:lvl2pPr>
            <a:lvl3pPr marL="1143000" indent="-228600" eaLnBrk="0" hangingPunct="0">
              <a:defRPr sz="2800">
                <a:solidFill>
                  <a:schemeClr val="tx1"/>
                </a:solidFill>
                <a:latin typeface="Verdana" pitchFamily="34" charset="0"/>
                <a:ea typeface="仿宋" pitchFamily="49" charset="-122"/>
              </a:defRPr>
            </a:lvl3pPr>
            <a:lvl4pPr marL="1600200" indent="-228600" eaLnBrk="0" hangingPunct="0">
              <a:defRPr sz="2800">
                <a:solidFill>
                  <a:schemeClr val="tx1"/>
                </a:solidFill>
                <a:latin typeface="Verdana" pitchFamily="34" charset="0"/>
                <a:ea typeface="仿宋" pitchFamily="49" charset="-122"/>
              </a:defRPr>
            </a:lvl4pPr>
            <a:lvl5pPr marL="2057400" indent="-228600" eaLnBrk="0" hangingPunct="0">
              <a:defRPr sz="2800">
                <a:solidFill>
                  <a:schemeClr val="tx1"/>
                </a:solidFill>
                <a:latin typeface="Verdana" pitchFamily="34" charset="0"/>
                <a:ea typeface="仿宋" pitchFamily="49" charset="-122"/>
              </a:defRPr>
            </a:lvl5pPr>
            <a:lvl6pPr marL="2514600" indent="-228600" eaLnBrk="0" fontAlgn="base" hangingPunct="0">
              <a:spcBef>
                <a:spcPct val="0"/>
              </a:spcBef>
              <a:spcAft>
                <a:spcPct val="0"/>
              </a:spcAft>
              <a:defRPr sz="2800">
                <a:solidFill>
                  <a:schemeClr val="tx1"/>
                </a:solidFill>
                <a:latin typeface="Verdana" pitchFamily="34" charset="0"/>
                <a:ea typeface="仿宋" pitchFamily="49" charset="-122"/>
              </a:defRPr>
            </a:lvl6pPr>
            <a:lvl7pPr marL="2971800" indent="-228600" eaLnBrk="0" fontAlgn="base" hangingPunct="0">
              <a:spcBef>
                <a:spcPct val="0"/>
              </a:spcBef>
              <a:spcAft>
                <a:spcPct val="0"/>
              </a:spcAft>
              <a:defRPr sz="2800">
                <a:solidFill>
                  <a:schemeClr val="tx1"/>
                </a:solidFill>
                <a:latin typeface="Verdana" pitchFamily="34" charset="0"/>
                <a:ea typeface="仿宋" pitchFamily="49" charset="-122"/>
              </a:defRPr>
            </a:lvl7pPr>
            <a:lvl8pPr marL="3429000" indent="-228600" eaLnBrk="0" fontAlgn="base" hangingPunct="0">
              <a:spcBef>
                <a:spcPct val="0"/>
              </a:spcBef>
              <a:spcAft>
                <a:spcPct val="0"/>
              </a:spcAft>
              <a:defRPr sz="2800">
                <a:solidFill>
                  <a:schemeClr val="tx1"/>
                </a:solidFill>
                <a:latin typeface="Verdana" pitchFamily="34" charset="0"/>
                <a:ea typeface="仿宋" pitchFamily="49" charset="-122"/>
              </a:defRPr>
            </a:lvl8pPr>
            <a:lvl9pPr marL="3886200" indent="-228600" eaLnBrk="0" fontAlgn="base" hangingPunct="0">
              <a:spcBef>
                <a:spcPct val="0"/>
              </a:spcBef>
              <a:spcAft>
                <a:spcPct val="0"/>
              </a:spcAft>
              <a:defRPr sz="2800">
                <a:solidFill>
                  <a:schemeClr val="tx1"/>
                </a:solidFill>
                <a:latin typeface="Verdana" pitchFamily="34" charset="0"/>
                <a:ea typeface="仿宋" pitchFamily="49" charset="-122"/>
              </a:defRPr>
            </a:lvl9pPr>
          </a:lstStyle>
          <a:p>
            <a:pPr algn="ctr" eaLnBrk="1" hangingPunct="1">
              <a:defRPr/>
            </a:pPr>
            <a:r>
              <a:rPr kumimoji="1" lang="zh-CN" altLang="en-US" sz="1000">
                <a:solidFill>
                  <a:schemeClr val="bg1"/>
                </a:solidFill>
                <a:latin typeface="Times New Roman" pitchFamily="18" charset="0"/>
                <a:ea typeface="宋体" pitchFamily="2" charset="-122"/>
              </a:rPr>
              <a:t>河海大学计算机与信息学院计算机科学与技术系</a:t>
            </a:r>
            <a:endParaRPr kumimoji="1" lang="en-US" altLang="zh-CN" sz="1000">
              <a:solidFill>
                <a:schemeClr val="bg1"/>
              </a:solidFill>
              <a:latin typeface="Times New Roman" pitchFamily="18" charset="0"/>
              <a:ea typeface="宋体" pitchFamily="2" charset="-122"/>
            </a:endParaRPr>
          </a:p>
        </p:txBody>
      </p:sp>
      <p:pic>
        <p:nvPicPr>
          <p:cNvPr id="8" name="Picture 8" descr="邓体字徽（白色透明）"/>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9185" y="0"/>
            <a:ext cx="2976033"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42" name="Rectangle 2"/>
          <p:cNvSpPr>
            <a:spLocks noGrp="1" noChangeArrowheads="1"/>
          </p:cNvSpPr>
          <p:nvPr>
            <p:ph type="ctrTitle"/>
          </p:nvPr>
        </p:nvSpPr>
        <p:spPr>
          <a:xfrm>
            <a:off x="914400" y="990600"/>
            <a:ext cx="10363200" cy="1371600"/>
          </a:xfrm>
          <a:prstGeom prst="rect">
            <a:avLst/>
          </a:prstGeom>
        </p:spPr>
        <p:txBody>
          <a:bodyPr/>
          <a:lstStyle>
            <a:lvl1pPr>
              <a:defRPr/>
            </a:lvl1pPr>
          </a:lstStyle>
          <a:p>
            <a:pPr lvl="0"/>
            <a:r>
              <a:rPr lang="zh-CN" altLang="en-US" noProof="0"/>
              <a:t>单击此处编辑母版标题样式</a:t>
            </a:r>
          </a:p>
        </p:txBody>
      </p:sp>
      <p:sp>
        <p:nvSpPr>
          <p:cNvPr id="471043" name="Rectangle 3"/>
          <p:cNvSpPr>
            <a:spLocks noGrp="1" noChangeArrowheads="1"/>
          </p:cNvSpPr>
          <p:nvPr>
            <p:ph type="subTitle" idx="1"/>
          </p:nvPr>
        </p:nvSpPr>
        <p:spPr>
          <a:xfrm>
            <a:off x="1930400" y="3429000"/>
            <a:ext cx="9347200" cy="1600200"/>
          </a:xfrm>
          <a:prstGeom prst="rect">
            <a:avLst/>
          </a:prstGeom>
        </p:spPr>
        <p:txBody>
          <a:bodyPr/>
          <a:lstStyle>
            <a:lvl1pPr marL="0" indent="0" algn="ctr">
              <a:buFont typeface="Wingdings" pitchFamily="2" charset="2"/>
              <a:buNone/>
              <a:defRPr/>
            </a:lvl1pPr>
          </a:lstStyle>
          <a:p>
            <a:pPr lvl="0"/>
            <a:r>
              <a:rPr lang="zh-CN" altLang="en-US" noProof="0"/>
              <a:t>单击此处编辑母版副标题样式</a:t>
            </a:r>
          </a:p>
        </p:txBody>
      </p:sp>
    </p:spTree>
    <p:extLst>
      <p:ext uri="{BB962C8B-B14F-4D97-AF65-F5344CB8AC3E}">
        <p14:creationId xmlns:p14="http://schemas.microsoft.com/office/powerpoint/2010/main" val="2025802374"/>
      </p:ext>
    </p:extLst>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766233" y="304801"/>
            <a:ext cx="10668000" cy="1216025"/>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755651" y="1752600"/>
            <a:ext cx="10668000" cy="4267200"/>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673897854"/>
      </p:ext>
    </p:extLst>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4261518920"/>
      </p:ext>
    </p:extLst>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766233" y="304801"/>
            <a:ext cx="10668000" cy="1216025"/>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755651" y="1752600"/>
            <a:ext cx="5232400" cy="42672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1251" y="1752600"/>
            <a:ext cx="5232400" cy="42672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931305776"/>
      </p:ext>
    </p:extLst>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548968123"/>
      </p:ext>
    </p:extLst>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766233" y="304801"/>
            <a:ext cx="10668000" cy="1216025"/>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804865379"/>
      </p:ext>
    </p:extLst>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6715066"/>
      </p:ext>
    </p:extLst>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a:prstGeom prst="rect">
            <a:avLst/>
          </a:prstGeo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307108889"/>
      </p:ext>
    </p:extLst>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a:prstGeom prst="rect">
            <a:avLst/>
          </a:prstGeo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296785464"/>
      </p:ext>
    </p:extLst>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766233" y="304801"/>
            <a:ext cx="10668000" cy="1216025"/>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755651" y="1752600"/>
            <a:ext cx="10668000" cy="426720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237227951"/>
      </p:ext>
    </p:extLst>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65118" y="304800"/>
            <a:ext cx="2669116" cy="5715000"/>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755651" y="304800"/>
            <a:ext cx="7806267" cy="571500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433118240"/>
      </p:ext>
    </p:extLst>
  </p:cSld>
  <p:clrMapOvr>
    <a:masterClrMapping/>
  </p:clrMapOvr>
  <p:transition spd="slow"/>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766233" y="304801"/>
            <a:ext cx="10668000" cy="1216025"/>
          </a:xfrm>
          <a:prstGeom prst="rect">
            <a:avLst/>
          </a:prstGeom>
        </p:spPr>
        <p:txBody>
          <a:bodyPr/>
          <a:lstStyle/>
          <a:p>
            <a:r>
              <a:rPr lang="zh-CN" altLang="en-US"/>
              <a:t>单击此处编辑母版标题样式</a:t>
            </a:r>
          </a:p>
        </p:txBody>
      </p:sp>
      <p:sp>
        <p:nvSpPr>
          <p:cNvPr id="3" name="文本占位符 2"/>
          <p:cNvSpPr>
            <a:spLocks noGrp="1"/>
          </p:cNvSpPr>
          <p:nvPr>
            <p:ph type="body" sz="half" idx="1"/>
          </p:nvPr>
        </p:nvSpPr>
        <p:spPr>
          <a:xfrm>
            <a:off x="755651" y="1752600"/>
            <a:ext cx="5232400" cy="4267200"/>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1251" y="1752600"/>
            <a:ext cx="5232400" cy="4267200"/>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170948919"/>
      </p:ext>
    </p:extLst>
  </p:cSld>
  <p:clrMapOvr>
    <a:masterClrMapping/>
  </p:clrMapOvr>
  <p:transition spd="slow"/>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766233" y="304801"/>
            <a:ext cx="10668000" cy="1216025"/>
          </a:xfrm>
          <a:prstGeom prst="rect">
            <a:avLst/>
          </a:prstGeom>
        </p:spPr>
        <p:txBody>
          <a:bodyPr/>
          <a:lstStyle/>
          <a:p>
            <a:r>
              <a:rPr lang="zh-CN" altLang="en-US"/>
              <a:t>单击此处编辑母版标题样式</a:t>
            </a:r>
          </a:p>
        </p:txBody>
      </p:sp>
      <p:sp>
        <p:nvSpPr>
          <p:cNvPr id="3" name="表格占位符 2"/>
          <p:cNvSpPr>
            <a:spLocks noGrp="1"/>
          </p:cNvSpPr>
          <p:nvPr>
            <p:ph type="tbl" idx="1"/>
          </p:nvPr>
        </p:nvSpPr>
        <p:spPr>
          <a:xfrm>
            <a:off x="755651" y="1752600"/>
            <a:ext cx="10668000" cy="4267200"/>
          </a:xfrm>
          <a:prstGeom prst="rect">
            <a:avLst/>
          </a:prstGeom>
        </p:spPr>
        <p:txBody>
          <a:bodyPr/>
          <a:lstStyle/>
          <a:p>
            <a:pPr lvl="0"/>
            <a:endParaRPr lang="zh-CN" altLang="en-US" noProof="0"/>
          </a:p>
        </p:txBody>
      </p:sp>
    </p:spTree>
    <p:extLst>
      <p:ext uri="{BB962C8B-B14F-4D97-AF65-F5344CB8AC3E}">
        <p14:creationId xmlns:p14="http://schemas.microsoft.com/office/powerpoint/2010/main" val="2716496259"/>
      </p:ext>
    </p:extLst>
  </p:cSld>
  <p:clrMapOvr>
    <a:masterClrMapping/>
  </p:clrMapOvr>
  <p:transition spd="slow"/>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xfrm>
            <a:off x="609600" y="6245225"/>
            <a:ext cx="2844800" cy="476250"/>
          </a:xfrm>
          <a:prstGeom prst="rect">
            <a:avLst/>
          </a:prstGeom>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xfrm>
            <a:off x="4165600" y="6245225"/>
            <a:ext cx="3860800" cy="476250"/>
          </a:xfrm>
          <a:prstGeom prst="rect">
            <a:avLst/>
          </a:prstGeom>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xfrm>
            <a:off x="8737600" y="6245225"/>
            <a:ext cx="2844800" cy="476250"/>
          </a:xfrm>
          <a:prstGeom prst="rect">
            <a:avLst/>
          </a:prstGeom>
          <a:ln/>
        </p:spPr>
        <p:txBody>
          <a:bodyPr/>
          <a:lstStyle>
            <a:lvl1pPr>
              <a:defRPr/>
            </a:lvl1pPr>
          </a:lstStyle>
          <a:p>
            <a:pPr>
              <a:defRPr/>
            </a:pPr>
            <a:fld id="{B6B8CAAF-55E5-4622-96B3-4D1BCC04F348}" type="slidenum">
              <a:rPr lang="zh-CN" altLang="en-US"/>
              <a:pPr>
                <a:defRPr/>
              </a:pPr>
              <a:t>‹#›</a:t>
            </a:fld>
            <a:endParaRPr lang="en-US" altLang="zh-CN"/>
          </a:p>
        </p:txBody>
      </p:sp>
    </p:spTree>
    <p:extLst>
      <p:ext uri="{BB962C8B-B14F-4D97-AF65-F5344CB8AC3E}">
        <p14:creationId xmlns:p14="http://schemas.microsoft.com/office/powerpoint/2010/main" val="2615702810"/>
      </p:ext>
    </p:extLst>
  </p:cSld>
  <p:clrMapOvr>
    <a:masterClrMapping/>
  </p:clrMapOvr>
  <p:transition spd="slow"/>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00" y="1600201"/>
            <a:ext cx="109728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xfrm>
            <a:off x="609600" y="6245225"/>
            <a:ext cx="2844800" cy="476250"/>
          </a:xfrm>
          <a:prstGeom prst="rect">
            <a:avLst/>
          </a:prstGeom>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xfrm>
            <a:off x="4165600" y="6245225"/>
            <a:ext cx="3860800" cy="476250"/>
          </a:xfrm>
          <a:prstGeom prst="rect">
            <a:avLst/>
          </a:prstGeom>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xfrm>
            <a:off x="8737600" y="6245225"/>
            <a:ext cx="2844800" cy="476250"/>
          </a:xfrm>
          <a:prstGeom prst="rect">
            <a:avLst/>
          </a:prstGeom>
          <a:ln/>
        </p:spPr>
        <p:txBody>
          <a:bodyPr/>
          <a:lstStyle>
            <a:lvl1pPr>
              <a:defRPr/>
            </a:lvl1pPr>
          </a:lstStyle>
          <a:p>
            <a:pPr>
              <a:defRPr/>
            </a:pPr>
            <a:fld id="{CAD30D81-9B4D-4764-9750-CC68DECA7A30}" type="slidenum">
              <a:rPr lang="zh-CN" altLang="en-US"/>
              <a:pPr>
                <a:defRPr/>
              </a:pPr>
              <a:t>‹#›</a:t>
            </a:fld>
            <a:endParaRPr lang="en-US" altLang="zh-CN"/>
          </a:p>
        </p:txBody>
      </p:sp>
    </p:spTree>
    <p:extLst>
      <p:ext uri="{BB962C8B-B14F-4D97-AF65-F5344CB8AC3E}">
        <p14:creationId xmlns:p14="http://schemas.microsoft.com/office/powerpoint/2010/main" val="2175754973"/>
      </p:ext>
    </p:extLst>
  </p:cSld>
  <p:clrMapOvr>
    <a:masterClrMapping/>
  </p:clrMapOvr>
  <p:transition spd="slow"/>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xfrm>
            <a:off x="609600" y="6245225"/>
            <a:ext cx="2844800" cy="476250"/>
          </a:xfrm>
          <a:prstGeom prst="rect">
            <a:avLst/>
          </a:prstGeom>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xfrm>
            <a:off x="4165600" y="6245225"/>
            <a:ext cx="3860800" cy="476250"/>
          </a:xfrm>
          <a:prstGeom prst="rect">
            <a:avLst/>
          </a:prstGeom>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xfrm>
            <a:off x="8737600" y="6245225"/>
            <a:ext cx="2844800" cy="476250"/>
          </a:xfrm>
          <a:prstGeom prst="rect">
            <a:avLst/>
          </a:prstGeom>
          <a:ln/>
        </p:spPr>
        <p:txBody>
          <a:bodyPr/>
          <a:lstStyle>
            <a:lvl1pPr>
              <a:defRPr/>
            </a:lvl1pPr>
          </a:lstStyle>
          <a:p>
            <a:pPr>
              <a:defRPr/>
            </a:pPr>
            <a:fld id="{288B24F1-5B9C-4A83-B0D4-669BC78DBBC6}" type="slidenum">
              <a:rPr lang="zh-CN" altLang="en-US"/>
              <a:pPr>
                <a:defRPr/>
              </a:pPr>
              <a:t>‹#›</a:t>
            </a:fld>
            <a:endParaRPr lang="en-US" altLang="zh-CN"/>
          </a:p>
        </p:txBody>
      </p:sp>
    </p:spTree>
    <p:extLst>
      <p:ext uri="{BB962C8B-B14F-4D97-AF65-F5344CB8AC3E}">
        <p14:creationId xmlns:p14="http://schemas.microsoft.com/office/powerpoint/2010/main" val="1704346832"/>
      </p:ext>
    </p:extLst>
  </p:cSld>
  <p:clrMapOvr>
    <a:masterClrMapping/>
  </p:clrMapOvr>
  <p:transition spd="slow"/>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xfrm>
            <a:off x="609600" y="6245225"/>
            <a:ext cx="2844800" cy="476250"/>
          </a:xfrm>
          <a:prstGeom prst="rect">
            <a:avLst/>
          </a:prstGeom>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xfrm>
            <a:off x="4165600" y="6245225"/>
            <a:ext cx="3860800" cy="476250"/>
          </a:xfrm>
          <a:prstGeom prst="rect">
            <a:avLst/>
          </a:prstGeom>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xfrm>
            <a:off x="8737600" y="6245225"/>
            <a:ext cx="2844800" cy="476250"/>
          </a:xfrm>
          <a:prstGeom prst="rect">
            <a:avLst/>
          </a:prstGeom>
          <a:ln/>
        </p:spPr>
        <p:txBody>
          <a:bodyPr/>
          <a:lstStyle>
            <a:lvl1pPr>
              <a:defRPr/>
            </a:lvl1pPr>
          </a:lstStyle>
          <a:p>
            <a:pPr>
              <a:defRPr/>
            </a:pPr>
            <a:fld id="{17155BA2-8D8D-45AC-8EFB-97AB13CC859B}" type="slidenum">
              <a:rPr lang="zh-CN" altLang="en-US"/>
              <a:pPr>
                <a:defRPr/>
              </a:pPr>
              <a:t>‹#›</a:t>
            </a:fld>
            <a:endParaRPr lang="en-US" altLang="zh-CN"/>
          </a:p>
        </p:txBody>
      </p:sp>
    </p:spTree>
    <p:extLst>
      <p:ext uri="{BB962C8B-B14F-4D97-AF65-F5344CB8AC3E}">
        <p14:creationId xmlns:p14="http://schemas.microsoft.com/office/powerpoint/2010/main" val="1866973955"/>
      </p:ext>
    </p:extLst>
  </p:cSld>
  <p:clrMapOvr>
    <a:masterClrMapping/>
  </p:clrMapOvr>
  <p:transition spd="slow"/>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xfrm>
            <a:off x="609600" y="6245225"/>
            <a:ext cx="2844800" cy="476250"/>
          </a:xfrm>
          <a:prstGeom prst="rect">
            <a:avLst/>
          </a:prstGeom>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xfrm>
            <a:off x="4165600" y="6245225"/>
            <a:ext cx="3860800" cy="476250"/>
          </a:xfrm>
          <a:prstGeom prst="rect">
            <a:avLst/>
          </a:prstGeom>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xfrm>
            <a:off x="8737600" y="6245225"/>
            <a:ext cx="2844800" cy="476250"/>
          </a:xfrm>
          <a:prstGeom prst="rect">
            <a:avLst/>
          </a:prstGeom>
          <a:ln/>
        </p:spPr>
        <p:txBody>
          <a:bodyPr/>
          <a:lstStyle>
            <a:lvl1pPr>
              <a:defRPr/>
            </a:lvl1pPr>
          </a:lstStyle>
          <a:p>
            <a:pPr>
              <a:defRPr/>
            </a:pPr>
            <a:fld id="{A942122A-4701-49EB-B1D7-71C51AE34CE2}" type="slidenum">
              <a:rPr lang="zh-CN" altLang="en-US"/>
              <a:pPr>
                <a:defRPr/>
              </a:pPr>
              <a:t>‹#›</a:t>
            </a:fld>
            <a:endParaRPr lang="en-US" altLang="zh-CN"/>
          </a:p>
        </p:txBody>
      </p:sp>
    </p:spTree>
    <p:extLst>
      <p:ext uri="{BB962C8B-B14F-4D97-AF65-F5344CB8AC3E}">
        <p14:creationId xmlns:p14="http://schemas.microsoft.com/office/powerpoint/2010/main" val="2127860421"/>
      </p:ext>
    </p:extLst>
  </p:cSld>
  <p:clrMapOvr>
    <a:masterClrMapping/>
  </p:clrMapOvr>
  <p:transition spd="slow"/>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Rectangle 4"/>
          <p:cNvSpPr>
            <a:spLocks noGrp="1" noChangeArrowheads="1"/>
          </p:cNvSpPr>
          <p:nvPr>
            <p:ph type="dt" sz="half" idx="10"/>
          </p:nvPr>
        </p:nvSpPr>
        <p:spPr>
          <a:xfrm>
            <a:off x="609600" y="6245225"/>
            <a:ext cx="2844800" cy="476250"/>
          </a:xfrm>
          <a:prstGeom prst="rect">
            <a:avLst/>
          </a:prstGeom>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xfrm>
            <a:off x="4165600" y="6245225"/>
            <a:ext cx="3860800" cy="476250"/>
          </a:xfrm>
          <a:prstGeom prst="rect">
            <a:avLst/>
          </a:prstGeom>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xfrm>
            <a:off x="8737600" y="6245225"/>
            <a:ext cx="2844800" cy="476250"/>
          </a:xfrm>
          <a:prstGeom prst="rect">
            <a:avLst/>
          </a:prstGeom>
          <a:ln/>
        </p:spPr>
        <p:txBody>
          <a:bodyPr/>
          <a:lstStyle>
            <a:lvl1pPr>
              <a:defRPr/>
            </a:lvl1pPr>
          </a:lstStyle>
          <a:p>
            <a:pPr>
              <a:defRPr/>
            </a:pPr>
            <a:fld id="{9B666677-70A1-410C-B580-AA9548B22308}" type="slidenum">
              <a:rPr lang="zh-CN" altLang="en-US"/>
              <a:pPr>
                <a:defRPr/>
              </a:pPr>
              <a:t>‹#›</a:t>
            </a:fld>
            <a:endParaRPr lang="en-US" altLang="zh-CN"/>
          </a:p>
        </p:txBody>
      </p:sp>
    </p:spTree>
    <p:extLst>
      <p:ext uri="{BB962C8B-B14F-4D97-AF65-F5344CB8AC3E}">
        <p14:creationId xmlns:p14="http://schemas.microsoft.com/office/powerpoint/2010/main" val="862192114"/>
      </p:ext>
    </p:extLst>
  </p:cSld>
  <p:clrMapOvr>
    <a:masterClrMapping/>
  </p:clrMapOvr>
  <p:transition spd="slow"/>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609600" y="6245225"/>
            <a:ext cx="2844800" cy="476250"/>
          </a:xfrm>
          <a:prstGeom prst="rect">
            <a:avLst/>
          </a:prstGeom>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xfrm>
            <a:off x="4165600" y="6245225"/>
            <a:ext cx="3860800" cy="476250"/>
          </a:xfrm>
          <a:prstGeom prst="rect">
            <a:avLst/>
          </a:prstGeom>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xfrm>
            <a:off x="8737600" y="6245225"/>
            <a:ext cx="2844800" cy="476250"/>
          </a:xfrm>
          <a:prstGeom prst="rect">
            <a:avLst/>
          </a:prstGeom>
          <a:ln/>
        </p:spPr>
        <p:txBody>
          <a:bodyPr/>
          <a:lstStyle>
            <a:lvl1pPr>
              <a:defRPr/>
            </a:lvl1pPr>
          </a:lstStyle>
          <a:p>
            <a:pPr>
              <a:defRPr/>
            </a:pPr>
            <a:fld id="{9BDFCC6F-7FBF-4D2C-9FD0-EA1DB8A75DFE}" type="slidenum">
              <a:rPr lang="zh-CN" altLang="en-US"/>
              <a:pPr>
                <a:defRPr/>
              </a:pPr>
              <a:t>‹#›</a:t>
            </a:fld>
            <a:endParaRPr lang="en-US" altLang="zh-CN"/>
          </a:p>
        </p:txBody>
      </p:sp>
    </p:spTree>
    <p:extLst>
      <p:ext uri="{BB962C8B-B14F-4D97-AF65-F5344CB8AC3E}">
        <p14:creationId xmlns:p14="http://schemas.microsoft.com/office/powerpoint/2010/main" val="962711173"/>
      </p:ext>
    </p:extLst>
  </p:cSld>
  <p:clrMapOvr>
    <a:masterClrMapping/>
  </p:clrMapOvr>
  <p:transition spd="slow"/>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xfrm>
            <a:off x="609600" y="6245225"/>
            <a:ext cx="2844800" cy="476250"/>
          </a:xfrm>
          <a:prstGeom prst="rect">
            <a:avLst/>
          </a:prstGeom>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xfrm>
            <a:off x="4165600" y="6245225"/>
            <a:ext cx="3860800" cy="476250"/>
          </a:xfrm>
          <a:prstGeom prst="rect">
            <a:avLst/>
          </a:prstGeom>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xfrm>
            <a:off x="8737600" y="6245225"/>
            <a:ext cx="2844800" cy="476250"/>
          </a:xfrm>
          <a:prstGeom prst="rect">
            <a:avLst/>
          </a:prstGeom>
          <a:ln/>
        </p:spPr>
        <p:txBody>
          <a:bodyPr/>
          <a:lstStyle>
            <a:lvl1pPr>
              <a:defRPr/>
            </a:lvl1pPr>
          </a:lstStyle>
          <a:p>
            <a:pPr>
              <a:defRPr/>
            </a:pPr>
            <a:fld id="{F884107D-4A54-41F3-8734-B1EB98EB42F8}" type="slidenum">
              <a:rPr lang="zh-CN" altLang="en-US"/>
              <a:pPr>
                <a:defRPr/>
              </a:pPr>
              <a:t>‹#›</a:t>
            </a:fld>
            <a:endParaRPr lang="en-US" altLang="zh-CN"/>
          </a:p>
        </p:txBody>
      </p:sp>
    </p:spTree>
    <p:extLst>
      <p:ext uri="{BB962C8B-B14F-4D97-AF65-F5344CB8AC3E}">
        <p14:creationId xmlns:p14="http://schemas.microsoft.com/office/powerpoint/2010/main" val="3525284935"/>
      </p:ext>
    </p:extLst>
  </p:cSld>
  <p:clrMapOvr>
    <a:masterClrMapping/>
  </p:clrMapOvr>
  <p:transition spd="slow"/>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xfrm>
            <a:off x="609600" y="6245225"/>
            <a:ext cx="2844800" cy="476250"/>
          </a:xfrm>
          <a:prstGeom prst="rect">
            <a:avLst/>
          </a:prstGeom>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xfrm>
            <a:off x="4165600" y="6245225"/>
            <a:ext cx="3860800" cy="476250"/>
          </a:xfrm>
          <a:prstGeom prst="rect">
            <a:avLst/>
          </a:prstGeom>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xfrm>
            <a:off x="8737600" y="6245225"/>
            <a:ext cx="2844800" cy="476250"/>
          </a:xfrm>
          <a:prstGeom prst="rect">
            <a:avLst/>
          </a:prstGeom>
          <a:ln/>
        </p:spPr>
        <p:txBody>
          <a:bodyPr/>
          <a:lstStyle>
            <a:lvl1pPr>
              <a:defRPr/>
            </a:lvl1pPr>
          </a:lstStyle>
          <a:p>
            <a:pPr>
              <a:defRPr/>
            </a:pPr>
            <a:fld id="{0B13CBEE-7B53-4EBA-BC49-1A89F7FCD92C}" type="slidenum">
              <a:rPr lang="zh-CN" altLang="en-US"/>
              <a:pPr>
                <a:defRPr/>
              </a:pPr>
              <a:t>‹#›</a:t>
            </a:fld>
            <a:endParaRPr lang="en-US" altLang="zh-CN"/>
          </a:p>
        </p:txBody>
      </p:sp>
    </p:spTree>
    <p:extLst>
      <p:ext uri="{BB962C8B-B14F-4D97-AF65-F5344CB8AC3E}">
        <p14:creationId xmlns:p14="http://schemas.microsoft.com/office/powerpoint/2010/main" val="2677368394"/>
      </p:ext>
    </p:extLst>
  </p:cSld>
  <p:clrMapOvr>
    <a:masterClrMapping/>
  </p:clrMapOvr>
  <p:transition spd="slow"/>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xfrm>
            <a:off x="609600" y="6245225"/>
            <a:ext cx="2844800" cy="476250"/>
          </a:xfrm>
          <a:prstGeom prst="rect">
            <a:avLst/>
          </a:prstGeom>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xfrm>
            <a:off x="4165600" y="6245225"/>
            <a:ext cx="3860800" cy="476250"/>
          </a:xfrm>
          <a:prstGeom prst="rect">
            <a:avLst/>
          </a:prstGeom>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xfrm>
            <a:off x="8737600" y="6245225"/>
            <a:ext cx="2844800" cy="476250"/>
          </a:xfrm>
          <a:prstGeom prst="rect">
            <a:avLst/>
          </a:prstGeom>
          <a:ln/>
        </p:spPr>
        <p:txBody>
          <a:bodyPr/>
          <a:lstStyle>
            <a:lvl1pPr>
              <a:defRPr/>
            </a:lvl1pPr>
          </a:lstStyle>
          <a:p>
            <a:pPr>
              <a:defRPr/>
            </a:pPr>
            <a:fld id="{B9047C92-FDE3-40D8-B9FD-2A694A681FE5}" type="slidenum">
              <a:rPr lang="zh-CN" altLang="en-US"/>
              <a:pPr>
                <a:defRPr/>
              </a:pPr>
              <a:t>‹#›</a:t>
            </a:fld>
            <a:endParaRPr lang="en-US" altLang="zh-CN"/>
          </a:p>
        </p:txBody>
      </p:sp>
    </p:spTree>
    <p:extLst>
      <p:ext uri="{BB962C8B-B14F-4D97-AF65-F5344CB8AC3E}">
        <p14:creationId xmlns:p14="http://schemas.microsoft.com/office/powerpoint/2010/main" val="3921165379"/>
      </p:ext>
    </p:extLst>
  </p:cSld>
  <p:clrMapOvr>
    <a:masterClrMapping/>
  </p:clrMapOvr>
  <p:transition spd="slow"/>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xfrm>
            <a:off x="609600" y="6245225"/>
            <a:ext cx="2844800" cy="476250"/>
          </a:xfrm>
          <a:prstGeom prst="rect">
            <a:avLst/>
          </a:prstGeom>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xfrm>
            <a:off x="4165600" y="6245225"/>
            <a:ext cx="3860800" cy="476250"/>
          </a:xfrm>
          <a:prstGeom prst="rect">
            <a:avLst/>
          </a:prstGeom>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xfrm>
            <a:off x="8737600" y="6245225"/>
            <a:ext cx="2844800" cy="476250"/>
          </a:xfrm>
          <a:prstGeom prst="rect">
            <a:avLst/>
          </a:prstGeom>
          <a:ln/>
        </p:spPr>
        <p:txBody>
          <a:bodyPr/>
          <a:lstStyle>
            <a:lvl1pPr>
              <a:defRPr/>
            </a:lvl1pPr>
          </a:lstStyle>
          <a:p>
            <a:pPr>
              <a:defRPr/>
            </a:pPr>
            <a:fld id="{494A5DBB-B473-4AC9-AE9D-7002FFE9E6E4}" type="slidenum">
              <a:rPr lang="zh-CN" altLang="en-US"/>
              <a:pPr>
                <a:defRPr/>
              </a:pPr>
              <a:t>‹#›</a:t>
            </a:fld>
            <a:endParaRPr lang="en-US" altLang="zh-CN"/>
          </a:p>
        </p:txBody>
      </p:sp>
    </p:spTree>
    <p:extLst>
      <p:ext uri="{BB962C8B-B14F-4D97-AF65-F5344CB8AC3E}">
        <p14:creationId xmlns:p14="http://schemas.microsoft.com/office/powerpoint/2010/main" val="4230335487"/>
      </p:ext>
    </p:extLst>
  </p:cSld>
  <p:clrMapOvr>
    <a:masterClrMapping/>
  </p:clrMapOvr>
  <p:transition spd="slow"/>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2A167066-BA92-47A1-9432-B8971F380E50}" type="slidenum">
              <a:rPr lang="zh-CN" altLang="en-US"/>
              <a:pPr>
                <a:defRPr/>
              </a:pPr>
              <a:t>‹#›</a:t>
            </a:fld>
            <a:endParaRPr lang="en-US" altLang="zh-CN"/>
          </a:p>
        </p:txBody>
      </p:sp>
    </p:spTree>
    <p:extLst>
      <p:ext uri="{BB962C8B-B14F-4D97-AF65-F5344CB8AC3E}">
        <p14:creationId xmlns:p14="http://schemas.microsoft.com/office/powerpoint/2010/main" val="3341341520"/>
      </p:ext>
    </p:extLst>
  </p:cSld>
  <p:clrMapOvr>
    <a:masterClrMapping/>
  </p:clrMapOvr>
  <p:transition spd="slow"/>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F463B576-425D-4232-8C7B-88B61FDF0359}" type="slidenum">
              <a:rPr lang="zh-CN" altLang="en-US"/>
              <a:pPr>
                <a:defRPr/>
              </a:pPr>
              <a:t>‹#›</a:t>
            </a:fld>
            <a:endParaRPr lang="en-US" altLang="zh-CN"/>
          </a:p>
        </p:txBody>
      </p:sp>
    </p:spTree>
    <p:extLst>
      <p:ext uri="{BB962C8B-B14F-4D97-AF65-F5344CB8AC3E}">
        <p14:creationId xmlns:p14="http://schemas.microsoft.com/office/powerpoint/2010/main" val="2827007079"/>
      </p:ext>
    </p:extLst>
  </p:cSld>
  <p:clrMapOvr>
    <a:masterClrMapping/>
  </p:clrMapOvr>
  <p:transition spd="slow"/>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95D6DF82-84D9-4F51-9B7E-22F6BB81A210}" type="slidenum">
              <a:rPr lang="zh-CN" altLang="en-US"/>
              <a:pPr>
                <a:defRPr/>
              </a:pPr>
              <a:t>‹#›</a:t>
            </a:fld>
            <a:endParaRPr lang="en-US" altLang="zh-CN"/>
          </a:p>
        </p:txBody>
      </p:sp>
    </p:spTree>
    <p:extLst>
      <p:ext uri="{BB962C8B-B14F-4D97-AF65-F5344CB8AC3E}">
        <p14:creationId xmlns:p14="http://schemas.microsoft.com/office/powerpoint/2010/main" val="1431917931"/>
      </p:ext>
    </p:extLst>
  </p:cSld>
  <p:clrMapOvr>
    <a:masterClrMapping/>
  </p:clrMapOvr>
  <p:transition spd="slow"/>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893ABFC2-D7ED-4B35-9BB2-0D2631C17D10}" type="slidenum">
              <a:rPr lang="zh-CN" altLang="en-US"/>
              <a:pPr>
                <a:defRPr/>
              </a:pPr>
              <a:t>‹#›</a:t>
            </a:fld>
            <a:endParaRPr lang="en-US" altLang="zh-CN"/>
          </a:p>
        </p:txBody>
      </p:sp>
    </p:spTree>
    <p:extLst>
      <p:ext uri="{BB962C8B-B14F-4D97-AF65-F5344CB8AC3E}">
        <p14:creationId xmlns:p14="http://schemas.microsoft.com/office/powerpoint/2010/main" val="1512590646"/>
      </p:ext>
    </p:extLst>
  </p:cSld>
  <p:clrMapOvr>
    <a:masterClrMapping/>
  </p:clrMapOvr>
  <p:transition spd="slow"/>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C597287D-CD06-4C12-8A7D-ACA95DC008CF}" type="slidenum">
              <a:rPr lang="zh-CN" altLang="en-US"/>
              <a:pPr>
                <a:defRPr/>
              </a:pPr>
              <a:t>‹#›</a:t>
            </a:fld>
            <a:endParaRPr lang="en-US" altLang="zh-CN"/>
          </a:p>
        </p:txBody>
      </p:sp>
    </p:spTree>
    <p:extLst>
      <p:ext uri="{BB962C8B-B14F-4D97-AF65-F5344CB8AC3E}">
        <p14:creationId xmlns:p14="http://schemas.microsoft.com/office/powerpoint/2010/main" val="3170762986"/>
      </p:ext>
    </p:extLst>
  </p:cSld>
  <p:clrMapOvr>
    <a:masterClrMapping/>
  </p:clrMapOvr>
  <p:transition spd="slow"/>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09DA4C55-713D-458D-8D06-13D321763F11}" type="slidenum">
              <a:rPr lang="zh-CN" altLang="en-US"/>
              <a:pPr>
                <a:defRPr/>
              </a:pPr>
              <a:t>‹#›</a:t>
            </a:fld>
            <a:endParaRPr lang="en-US" altLang="zh-CN"/>
          </a:p>
        </p:txBody>
      </p:sp>
    </p:spTree>
    <p:extLst>
      <p:ext uri="{BB962C8B-B14F-4D97-AF65-F5344CB8AC3E}">
        <p14:creationId xmlns:p14="http://schemas.microsoft.com/office/powerpoint/2010/main" val="59837244"/>
      </p:ext>
    </p:extLst>
  </p:cSld>
  <p:clrMapOvr>
    <a:masterClrMapping/>
  </p:clrMapOvr>
  <p:transition spd="slow"/>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44C4AF05-4620-43CA-9976-438B825F46A3}" type="slidenum">
              <a:rPr lang="zh-CN" altLang="en-US"/>
              <a:pPr>
                <a:defRPr/>
              </a:pPr>
              <a:t>‹#›</a:t>
            </a:fld>
            <a:endParaRPr lang="en-US" altLang="zh-CN"/>
          </a:p>
        </p:txBody>
      </p:sp>
    </p:spTree>
    <p:extLst>
      <p:ext uri="{BB962C8B-B14F-4D97-AF65-F5344CB8AC3E}">
        <p14:creationId xmlns:p14="http://schemas.microsoft.com/office/powerpoint/2010/main" val="1090688202"/>
      </p:ext>
    </p:extLst>
  </p:cSld>
  <p:clrMapOvr>
    <a:masterClrMapping/>
  </p:clrMapOvr>
  <p:transition spd="slow"/>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C359B5C3-586A-4163-94EE-2D10CD93E3D5}" type="slidenum">
              <a:rPr lang="zh-CN" altLang="en-US"/>
              <a:pPr>
                <a:defRPr/>
              </a:pPr>
              <a:t>‹#›</a:t>
            </a:fld>
            <a:endParaRPr lang="en-US" altLang="zh-CN"/>
          </a:p>
        </p:txBody>
      </p:sp>
    </p:spTree>
    <p:extLst>
      <p:ext uri="{BB962C8B-B14F-4D97-AF65-F5344CB8AC3E}">
        <p14:creationId xmlns:p14="http://schemas.microsoft.com/office/powerpoint/2010/main" val="440919892"/>
      </p:ext>
    </p:extLst>
  </p:cSld>
  <p:clrMapOvr>
    <a:masterClrMapping/>
  </p:clrMapOvr>
  <p:transition spd="slow"/>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D0B67890-4E90-4FC0-923D-EC79A9B1D1D3}" type="slidenum">
              <a:rPr lang="zh-CN" altLang="en-US"/>
              <a:pPr>
                <a:defRPr/>
              </a:pPr>
              <a:t>‹#›</a:t>
            </a:fld>
            <a:endParaRPr lang="en-US" altLang="zh-CN"/>
          </a:p>
        </p:txBody>
      </p:sp>
    </p:spTree>
    <p:extLst>
      <p:ext uri="{BB962C8B-B14F-4D97-AF65-F5344CB8AC3E}">
        <p14:creationId xmlns:p14="http://schemas.microsoft.com/office/powerpoint/2010/main" val="1226325162"/>
      </p:ext>
    </p:extLst>
  </p:cSld>
  <p:clrMapOvr>
    <a:masterClrMapping/>
  </p:clrMapOvr>
  <p:transition spd="slow"/>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0F844824-1E34-42A7-B729-D5DAFA83DCD6}" type="slidenum">
              <a:rPr lang="zh-CN" altLang="en-US"/>
              <a:pPr>
                <a:defRPr/>
              </a:pPr>
              <a:t>‹#›</a:t>
            </a:fld>
            <a:endParaRPr lang="en-US" altLang="zh-CN"/>
          </a:p>
        </p:txBody>
      </p:sp>
    </p:spTree>
    <p:extLst>
      <p:ext uri="{BB962C8B-B14F-4D97-AF65-F5344CB8AC3E}">
        <p14:creationId xmlns:p14="http://schemas.microsoft.com/office/powerpoint/2010/main" val="786026464"/>
      </p:ext>
    </p:extLst>
  </p:cSld>
  <p:clrMapOvr>
    <a:masterClrMapping/>
  </p:clrMapOvr>
  <p:transition spd="slow"/>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4A7CA6B2-78D2-42B2-BEA6-728BE2416C8D}" type="slidenum">
              <a:rPr lang="zh-CN" altLang="en-US"/>
              <a:pPr>
                <a:defRPr/>
              </a:pPr>
              <a:t>‹#›</a:t>
            </a:fld>
            <a:endParaRPr lang="en-US" altLang="zh-CN"/>
          </a:p>
        </p:txBody>
      </p:sp>
    </p:spTree>
    <p:extLst>
      <p:ext uri="{BB962C8B-B14F-4D97-AF65-F5344CB8AC3E}">
        <p14:creationId xmlns:p14="http://schemas.microsoft.com/office/powerpoint/2010/main" val="2127955748"/>
      </p:ext>
    </p:extLst>
  </p:cSld>
  <p:clrMapOvr>
    <a:masterClrMapping/>
  </p:clrMapOvr>
  <p:transition spd="slow"/>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622AD4F4-27DF-4927-8248-104E1E692B5D}" type="datetimeFigureOut">
              <a:rPr lang="zh-CN" altLang="en-US" smtClean="0"/>
              <a:t>2026/3/10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DE1D859-E7BB-429E-AF38-5ACB67CD728B}" type="slidenum">
              <a:rPr lang="zh-CN" altLang="en-US" smtClean="0"/>
              <a:t>‹#›</a:t>
            </a:fld>
            <a:endParaRPr lang="zh-CN" altLang="en-US"/>
          </a:p>
        </p:txBody>
      </p:sp>
      <p:cxnSp>
        <p:nvCxnSpPr>
          <p:cNvPr id="7" name="直接连接符 6">
            <a:extLst>
              <a:ext uri="{FF2B5EF4-FFF2-40B4-BE49-F238E27FC236}">
                <a16:creationId xmlns:a16="http://schemas.microsoft.com/office/drawing/2014/main" id="{A6909D05-1F56-4FE5-B478-DC56BDBCB181}"/>
              </a:ext>
            </a:extLst>
          </p:cNvPr>
          <p:cNvCxnSpPr>
            <a:cxnSpLocks/>
          </p:cNvCxnSpPr>
          <p:nvPr userDrawn="1"/>
        </p:nvCxnSpPr>
        <p:spPr>
          <a:xfrm>
            <a:off x="260349" y="737146"/>
            <a:ext cx="11596291" cy="0"/>
          </a:xfrm>
          <a:prstGeom prst="line">
            <a:avLst/>
          </a:prstGeom>
          <a:ln w="38100">
            <a:solidFill>
              <a:srgbClr val="0060A8"/>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8CE08BFE-B769-4558-A2CE-6B06242F0A94}"/>
              </a:ext>
            </a:extLst>
          </p:cNvPr>
          <p:cNvCxnSpPr>
            <a:cxnSpLocks/>
          </p:cNvCxnSpPr>
          <p:nvPr userDrawn="1"/>
        </p:nvCxnSpPr>
        <p:spPr>
          <a:xfrm>
            <a:off x="260350" y="768896"/>
            <a:ext cx="5700779" cy="0"/>
          </a:xfrm>
          <a:prstGeom prst="line">
            <a:avLst/>
          </a:prstGeom>
          <a:ln w="38100">
            <a:solidFill>
              <a:srgbClr val="0060A8"/>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pic>
        <p:nvPicPr>
          <p:cNvPr id="9" name="Picture 2" descr="河海大学校徽">
            <a:extLst>
              <a:ext uri="{FF2B5EF4-FFF2-40B4-BE49-F238E27FC236}">
                <a16:creationId xmlns:a16="http://schemas.microsoft.com/office/drawing/2014/main" id="{8CE55457-9F45-497D-AAAB-03B7ED056BCA}"/>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9912424" y="44624"/>
            <a:ext cx="648072" cy="648072"/>
          </a:xfrm>
          <a:prstGeom prst="rect">
            <a:avLst/>
          </a:prstGeom>
          <a:noFill/>
          <a:extLst>
            <a:ext uri="{909E8E84-426E-40DD-AFC4-6F175D3DCCD1}">
              <a14:hiddenFill xmlns:a14="http://schemas.microsoft.com/office/drawing/2010/main">
                <a:solidFill>
                  <a:srgbClr val="FFFFFF"/>
                </a:solidFill>
              </a14:hiddenFill>
            </a:ext>
          </a:extLst>
        </p:spPr>
      </p:pic>
      <p:pic>
        <p:nvPicPr>
          <p:cNvPr id="10" name="图片 9">
            <a:extLst>
              <a:ext uri="{FF2B5EF4-FFF2-40B4-BE49-F238E27FC236}">
                <a16:creationId xmlns:a16="http://schemas.microsoft.com/office/drawing/2014/main" id="{AE4871D3-F7AC-475A-B80F-12E931CB10DB}"/>
              </a:ext>
            </a:extLst>
          </p:cNvPr>
          <p:cNvPicPr>
            <a:picLocks noChangeAspect="1"/>
          </p:cNvPicPr>
          <p:nvPr userDrawn="1"/>
        </p:nvPicPr>
        <p:blipFill>
          <a:blip r:embed="rId3"/>
          <a:stretch>
            <a:fillRect/>
          </a:stretch>
        </p:blipFill>
        <p:spPr>
          <a:xfrm>
            <a:off x="10632504" y="116632"/>
            <a:ext cx="1233094" cy="507008"/>
          </a:xfrm>
          <a:prstGeom prst="rect">
            <a:avLst/>
          </a:prstGeom>
        </p:spPr>
      </p:pic>
    </p:spTree>
    <p:extLst>
      <p:ext uri="{BB962C8B-B14F-4D97-AF65-F5344CB8AC3E}">
        <p14:creationId xmlns:p14="http://schemas.microsoft.com/office/powerpoint/2010/main" val="231923851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622AD4F4-27DF-4927-8248-104E1E692B5D}" type="datetimeFigureOut">
              <a:rPr lang="zh-CN" altLang="en-US" smtClean="0"/>
              <a:t>2026/3/10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DE1D859-E7BB-429E-AF38-5ACB67CD728B}" type="slidenum">
              <a:rPr lang="zh-CN" altLang="en-US" smtClean="0"/>
              <a:t>‹#›</a:t>
            </a:fld>
            <a:endParaRPr lang="zh-CN" altLang="en-US"/>
          </a:p>
        </p:txBody>
      </p:sp>
      <p:cxnSp>
        <p:nvCxnSpPr>
          <p:cNvPr id="7" name="直接连接符 6">
            <a:extLst>
              <a:ext uri="{FF2B5EF4-FFF2-40B4-BE49-F238E27FC236}">
                <a16:creationId xmlns:a16="http://schemas.microsoft.com/office/drawing/2014/main" id="{234F2A23-E848-44E3-A809-D4EC31092663}"/>
              </a:ext>
            </a:extLst>
          </p:cNvPr>
          <p:cNvCxnSpPr>
            <a:cxnSpLocks/>
          </p:cNvCxnSpPr>
          <p:nvPr userDrawn="1"/>
        </p:nvCxnSpPr>
        <p:spPr>
          <a:xfrm>
            <a:off x="260349" y="737146"/>
            <a:ext cx="11596291" cy="0"/>
          </a:xfrm>
          <a:prstGeom prst="line">
            <a:avLst/>
          </a:prstGeom>
          <a:ln w="38100">
            <a:solidFill>
              <a:srgbClr val="0060A8"/>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DC3F6FBA-CE6D-4238-91A6-32AE1BBFDBEF}"/>
              </a:ext>
            </a:extLst>
          </p:cNvPr>
          <p:cNvCxnSpPr>
            <a:cxnSpLocks/>
          </p:cNvCxnSpPr>
          <p:nvPr userDrawn="1"/>
        </p:nvCxnSpPr>
        <p:spPr>
          <a:xfrm>
            <a:off x="260350" y="768896"/>
            <a:ext cx="5700779" cy="0"/>
          </a:xfrm>
          <a:prstGeom prst="line">
            <a:avLst/>
          </a:prstGeom>
          <a:ln w="38100">
            <a:solidFill>
              <a:srgbClr val="0060A8"/>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pic>
        <p:nvPicPr>
          <p:cNvPr id="9" name="Picture 2" descr="河海大学校徽">
            <a:extLst>
              <a:ext uri="{FF2B5EF4-FFF2-40B4-BE49-F238E27FC236}">
                <a16:creationId xmlns:a16="http://schemas.microsoft.com/office/drawing/2014/main" id="{690100F7-0D77-452F-A3F1-41E57C1A02A8}"/>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9912424" y="44624"/>
            <a:ext cx="648072" cy="648072"/>
          </a:xfrm>
          <a:prstGeom prst="rect">
            <a:avLst/>
          </a:prstGeom>
          <a:noFill/>
          <a:extLst>
            <a:ext uri="{909E8E84-426E-40DD-AFC4-6F175D3DCCD1}">
              <a14:hiddenFill xmlns:a14="http://schemas.microsoft.com/office/drawing/2010/main">
                <a:solidFill>
                  <a:srgbClr val="FFFFFF"/>
                </a:solidFill>
              </a14:hiddenFill>
            </a:ext>
          </a:extLst>
        </p:spPr>
      </p:pic>
      <p:pic>
        <p:nvPicPr>
          <p:cNvPr id="10" name="图片 9">
            <a:extLst>
              <a:ext uri="{FF2B5EF4-FFF2-40B4-BE49-F238E27FC236}">
                <a16:creationId xmlns:a16="http://schemas.microsoft.com/office/drawing/2014/main" id="{E72DD7F0-9E92-4EEC-AD28-38392E45A707}"/>
              </a:ext>
            </a:extLst>
          </p:cNvPr>
          <p:cNvPicPr>
            <a:picLocks noChangeAspect="1"/>
          </p:cNvPicPr>
          <p:nvPr userDrawn="1"/>
        </p:nvPicPr>
        <p:blipFill>
          <a:blip r:embed="rId3"/>
          <a:stretch>
            <a:fillRect/>
          </a:stretch>
        </p:blipFill>
        <p:spPr>
          <a:xfrm>
            <a:off x="10632504" y="116632"/>
            <a:ext cx="1233094" cy="507008"/>
          </a:xfrm>
          <a:prstGeom prst="rect">
            <a:avLst/>
          </a:prstGeom>
        </p:spPr>
      </p:pic>
    </p:spTree>
    <p:extLst>
      <p:ext uri="{BB962C8B-B14F-4D97-AF65-F5344CB8AC3E}">
        <p14:creationId xmlns:p14="http://schemas.microsoft.com/office/powerpoint/2010/main" val="153219346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622AD4F4-27DF-4927-8248-104E1E692B5D}" type="datetimeFigureOut">
              <a:rPr lang="zh-CN" altLang="en-US" smtClean="0"/>
              <a:t>2026/3/10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DE1D859-E7BB-429E-AF38-5ACB67CD728B}" type="slidenum">
              <a:rPr lang="zh-CN" altLang="en-US" smtClean="0"/>
              <a:t>‹#›</a:t>
            </a:fld>
            <a:endParaRPr lang="zh-CN" altLang="en-US"/>
          </a:p>
        </p:txBody>
      </p:sp>
    </p:spTree>
    <p:extLst>
      <p:ext uri="{BB962C8B-B14F-4D97-AF65-F5344CB8AC3E}">
        <p14:creationId xmlns:p14="http://schemas.microsoft.com/office/powerpoint/2010/main" val="64589369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622AD4F4-27DF-4927-8248-104E1E692B5D}" type="datetimeFigureOut">
              <a:rPr lang="zh-CN" altLang="en-US" smtClean="0"/>
              <a:t>2026/3/10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FDE1D859-E7BB-429E-AF38-5ACB67CD728B}" type="slidenum">
              <a:rPr lang="zh-CN" altLang="en-US" smtClean="0"/>
              <a:t>‹#›</a:t>
            </a:fld>
            <a:endParaRPr lang="zh-CN" altLang="en-US"/>
          </a:p>
        </p:txBody>
      </p:sp>
    </p:spTree>
    <p:extLst>
      <p:ext uri="{BB962C8B-B14F-4D97-AF65-F5344CB8AC3E}">
        <p14:creationId xmlns:p14="http://schemas.microsoft.com/office/powerpoint/2010/main" val="334949666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622AD4F4-27DF-4927-8248-104E1E692B5D}" type="datetimeFigureOut">
              <a:rPr lang="zh-CN" altLang="en-US" smtClean="0"/>
              <a:t>2026/3/10</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FDE1D859-E7BB-429E-AF38-5ACB67CD728B}" type="slidenum">
              <a:rPr lang="zh-CN" altLang="en-US" smtClean="0"/>
              <a:t>‹#›</a:t>
            </a:fld>
            <a:endParaRPr lang="zh-CN" altLang="en-US"/>
          </a:p>
        </p:txBody>
      </p:sp>
    </p:spTree>
    <p:extLst>
      <p:ext uri="{BB962C8B-B14F-4D97-AF65-F5344CB8AC3E}">
        <p14:creationId xmlns:p14="http://schemas.microsoft.com/office/powerpoint/2010/main" val="35094893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622AD4F4-27DF-4927-8248-104E1E692B5D}" type="datetimeFigureOut">
              <a:rPr lang="zh-CN" altLang="en-US" smtClean="0"/>
              <a:t>2026/3/10</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FDE1D859-E7BB-429E-AF38-5ACB67CD728B}" type="slidenum">
              <a:rPr lang="zh-CN" altLang="en-US" smtClean="0"/>
              <a:t>‹#›</a:t>
            </a:fld>
            <a:endParaRPr lang="zh-CN" altLang="en-US"/>
          </a:p>
        </p:txBody>
      </p:sp>
      <p:cxnSp>
        <p:nvCxnSpPr>
          <p:cNvPr id="6" name="直接连接符 5">
            <a:extLst>
              <a:ext uri="{FF2B5EF4-FFF2-40B4-BE49-F238E27FC236}">
                <a16:creationId xmlns:a16="http://schemas.microsoft.com/office/drawing/2014/main" id="{3CB2B8F0-0DCA-46EE-9AEB-D3331BAEAEEF}"/>
              </a:ext>
            </a:extLst>
          </p:cNvPr>
          <p:cNvCxnSpPr>
            <a:cxnSpLocks/>
          </p:cNvCxnSpPr>
          <p:nvPr userDrawn="1"/>
        </p:nvCxnSpPr>
        <p:spPr>
          <a:xfrm>
            <a:off x="260349" y="737146"/>
            <a:ext cx="11596291" cy="0"/>
          </a:xfrm>
          <a:prstGeom prst="line">
            <a:avLst/>
          </a:prstGeom>
          <a:ln w="38100">
            <a:solidFill>
              <a:srgbClr val="0060A8"/>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8E269820-531F-453C-8AE6-9D9EC683E87A}"/>
              </a:ext>
            </a:extLst>
          </p:cNvPr>
          <p:cNvCxnSpPr>
            <a:cxnSpLocks/>
          </p:cNvCxnSpPr>
          <p:nvPr userDrawn="1"/>
        </p:nvCxnSpPr>
        <p:spPr>
          <a:xfrm>
            <a:off x="260350" y="768896"/>
            <a:ext cx="5700779" cy="0"/>
          </a:xfrm>
          <a:prstGeom prst="line">
            <a:avLst/>
          </a:prstGeom>
          <a:ln w="38100">
            <a:solidFill>
              <a:srgbClr val="0060A8"/>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368826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2AD4F4-27DF-4927-8248-104E1E692B5D}" type="datetimeFigureOut">
              <a:rPr lang="zh-CN" altLang="en-US" smtClean="0"/>
              <a:t>2026/3/10</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FDE1D859-E7BB-429E-AF38-5ACB67CD728B}" type="slidenum">
              <a:rPr lang="zh-CN" altLang="en-US" smtClean="0"/>
              <a:t>‹#›</a:t>
            </a:fld>
            <a:endParaRPr lang="zh-CN" altLang="en-US"/>
          </a:p>
        </p:txBody>
      </p:sp>
      <p:cxnSp>
        <p:nvCxnSpPr>
          <p:cNvPr id="8" name="直接连接符 7">
            <a:extLst>
              <a:ext uri="{FF2B5EF4-FFF2-40B4-BE49-F238E27FC236}">
                <a16:creationId xmlns:a16="http://schemas.microsoft.com/office/drawing/2014/main" id="{C0C55056-EE4B-4388-BB60-84EB29323704}"/>
              </a:ext>
            </a:extLst>
          </p:cNvPr>
          <p:cNvCxnSpPr>
            <a:cxnSpLocks/>
          </p:cNvCxnSpPr>
          <p:nvPr userDrawn="1"/>
        </p:nvCxnSpPr>
        <p:spPr>
          <a:xfrm>
            <a:off x="260349" y="737146"/>
            <a:ext cx="11596291" cy="0"/>
          </a:xfrm>
          <a:prstGeom prst="line">
            <a:avLst/>
          </a:prstGeom>
          <a:ln w="38100">
            <a:solidFill>
              <a:srgbClr val="0060A8"/>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8D6A88C7-A9EE-417E-9486-D72ED33F8DE0}"/>
              </a:ext>
            </a:extLst>
          </p:cNvPr>
          <p:cNvCxnSpPr>
            <a:cxnSpLocks/>
          </p:cNvCxnSpPr>
          <p:nvPr userDrawn="1"/>
        </p:nvCxnSpPr>
        <p:spPr>
          <a:xfrm>
            <a:off x="260350" y="768896"/>
            <a:ext cx="5700779" cy="0"/>
          </a:xfrm>
          <a:prstGeom prst="line">
            <a:avLst/>
          </a:prstGeom>
          <a:ln w="38100">
            <a:solidFill>
              <a:srgbClr val="0060A8"/>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141074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622AD4F4-27DF-4927-8248-104E1E692B5D}" type="datetimeFigureOut">
              <a:rPr lang="zh-CN" altLang="en-US" smtClean="0"/>
              <a:t>2026/3/10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FDE1D859-E7BB-429E-AF38-5ACB67CD728B}" type="slidenum">
              <a:rPr lang="zh-CN" altLang="en-US" smtClean="0"/>
              <a:t>‹#›</a:t>
            </a:fld>
            <a:endParaRPr lang="zh-CN" altLang="en-US"/>
          </a:p>
        </p:txBody>
      </p:sp>
      <p:cxnSp>
        <p:nvCxnSpPr>
          <p:cNvPr id="8" name="直接连接符 7">
            <a:extLst>
              <a:ext uri="{FF2B5EF4-FFF2-40B4-BE49-F238E27FC236}">
                <a16:creationId xmlns:a16="http://schemas.microsoft.com/office/drawing/2014/main" id="{C888DAC5-8D08-432D-BD73-05D871958FA2}"/>
              </a:ext>
            </a:extLst>
          </p:cNvPr>
          <p:cNvCxnSpPr>
            <a:cxnSpLocks/>
          </p:cNvCxnSpPr>
          <p:nvPr userDrawn="1"/>
        </p:nvCxnSpPr>
        <p:spPr>
          <a:xfrm>
            <a:off x="260349" y="737146"/>
            <a:ext cx="11596291" cy="0"/>
          </a:xfrm>
          <a:prstGeom prst="line">
            <a:avLst/>
          </a:prstGeom>
          <a:ln w="38100">
            <a:solidFill>
              <a:srgbClr val="0060A8"/>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2A13B099-9111-4867-8390-F202600E25CE}"/>
              </a:ext>
            </a:extLst>
          </p:cNvPr>
          <p:cNvCxnSpPr>
            <a:cxnSpLocks/>
          </p:cNvCxnSpPr>
          <p:nvPr userDrawn="1"/>
        </p:nvCxnSpPr>
        <p:spPr>
          <a:xfrm>
            <a:off x="260350" y="768896"/>
            <a:ext cx="5700779" cy="0"/>
          </a:xfrm>
          <a:prstGeom prst="line">
            <a:avLst/>
          </a:prstGeom>
          <a:ln w="38100">
            <a:solidFill>
              <a:srgbClr val="0060A8"/>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410318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622AD4F4-27DF-4927-8248-104E1E692B5D}" type="datetimeFigureOut">
              <a:rPr lang="zh-CN" altLang="en-US" smtClean="0"/>
              <a:t>2026/3/10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FDE1D859-E7BB-429E-AF38-5ACB67CD728B}" type="slidenum">
              <a:rPr lang="zh-CN" altLang="en-US" smtClean="0"/>
              <a:t>‹#›</a:t>
            </a:fld>
            <a:endParaRPr lang="zh-CN" altLang="en-US"/>
          </a:p>
        </p:txBody>
      </p:sp>
      <p:cxnSp>
        <p:nvCxnSpPr>
          <p:cNvPr id="8" name="直接连接符 7">
            <a:extLst>
              <a:ext uri="{FF2B5EF4-FFF2-40B4-BE49-F238E27FC236}">
                <a16:creationId xmlns:a16="http://schemas.microsoft.com/office/drawing/2014/main" id="{6A7443DA-46FD-4B72-B802-DB3729BF38DF}"/>
              </a:ext>
            </a:extLst>
          </p:cNvPr>
          <p:cNvCxnSpPr>
            <a:cxnSpLocks/>
          </p:cNvCxnSpPr>
          <p:nvPr userDrawn="1"/>
        </p:nvCxnSpPr>
        <p:spPr>
          <a:xfrm>
            <a:off x="260349" y="737146"/>
            <a:ext cx="11596291" cy="0"/>
          </a:xfrm>
          <a:prstGeom prst="line">
            <a:avLst/>
          </a:prstGeom>
          <a:ln w="38100">
            <a:solidFill>
              <a:srgbClr val="0060A8"/>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0EF39401-0B7C-4F51-8D8D-C37033D996AB}"/>
              </a:ext>
            </a:extLst>
          </p:cNvPr>
          <p:cNvCxnSpPr>
            <a:cxnSpLocks/>
          </p:cNvCxnSpPr>
          <p:nvPr userDrawn="1"/>
        </p:nvCxnSpPr>
        <p:spPr>
          <a:xfrm>
            <a:off x="260350" y="768896"/>
            <a:ext cx="5700779" cy="0"/>
          </a:xfrm>
          <a:prstGeom prst="line">
            <a:avLst/>
          </a:prstGeom>
          <a:ln w="38100">
            <a:solidFill>
              <a:srgbClr val="0060A8"/>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598460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622AD4F4-27DF-4927-8248-104E1E692B5D}" type="datetimeFigureOut">
              <a:rPr lang="zh-CN" altLang="en-US" smtClean="0"/>
              <a:t>2026/3/10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DE1D859-E7BB-429E-AF38-5ACB67CD728B}" type="slidenum">
              <a:rPr lang="zh-CN" altLang="en-US" smtClean="0"/>
              <a:t>‹#›</a:t>
            </a:fld>
            <a:endParaRPr lang="zh-CN" altLang="en-US"/>
          </a:p>
        </p:txBody>
      </p:sp>
      <p:cxnSp>
        <p:nvCxnSpPr>
          <p:cNvPr id="7" name="直接连接符 6">
            <a:extLst>
              <a:ext uri="{FF2B5EF4-FFF2-40B4-BE49-F238E27FC236}">
                <a16:creationId xmlns:a16="http://schemas.microsoft.com/office/drawing/2014/main" id="{5C437E94-E7D3-487A-AA1F-F19ED5839229}"/>
              </a:ext>
            </a:extLst>
          </p:cNvPr>
          <p:cNvCxnSpPr>
            <a:cxnSpLocks/>
          </p:cNvCxnSpPr>
          <p:nvPr userDrawn="1"/>
        </p:nvCxnSpPr>
        <p:spPr>
          <a:xfrm>
            <a:off x="260349" y="737146"/>
            <a:ext cx="11596291" cy="0"/>
          </a:xfrm>
          <a:prstGeom prst="line">
            <a:avLst/>
          </a:prstGeom>
          <a:ln w="38100">
            <a:solidFill>
              <a:srgbClr val="0060A8"/>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53029DDF-C285-4D81-B26F-A67DB0B4B6F6}"/>
              </a:ext>
            </a:extLst>
          </p:cNvPr>
          <p:cNvCxnSpPr>
            <a:cxnSpLocks/>
          </p:cNvCxnSpPr>
          <p:nvPr userDrawn="1"/>
        </p:nvCxnSpPr>
        <p:spPr>
          <a:xfrm>
            <a:off x="260350" y="768896"/>
            <a:ext cx="5700779" cy="0"/>
          </a:xfrm>
          <a:prstGeom prst="line">
            <a:avLst/>
          </a:prstGeom>
          <a:ln w="38100">
            <a:solidFill>
              <a:srgbClr val="0060A8"/>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171082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622AD4F4-27DF-4927-8248-104E1E692B5D}" type="datetimeFigureOut">
              <a:rPr lang="zh-CN" altLang="en-US" smtClean="0"/>
              <a:t>2026/3/10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DE1D859-E7BB-429E-AF38-5ACB67CD728B}" type="slidenum">
              <a:rPr lang="zh-CN" altLang="en-US" smtClean="0"/>
              <a:t>‹#›</a:t>
            </a:fld>
            <a:endParaRPr lang="zh-CN" altLang="en-US"/>
          </a:p>
        </p:txBody>
      </p:sp>
      <p:cxnSp>
        <p:nvCxnSpPr>
          <p:cNvPr id="7" name="直接连接符 6">
            <a:extLst>
              <a:ext uri="{FF2B5EF4-FFF2-40B4-BE49-F238E27FC236}">
                <a16:creationId xmlns:a16="http://schemas.microsoft.com/office/drawing/2014/main" id="{E458A03A-BF2E-418F-9368-0202E68F34EB}"/>
              </a:ext>
            </a:extLst>
          </p:cNvPr>
          <p:cNvCxnSpPr>
            <a:cxnSpLocks/>
          </p:cNvCxnSpPr>
          <p:nvPr userDrawn="1"/>
        </p:nvCxnSpPr>
        <p:spPr>
          <a:xfrm>
            <a:off x="260349" y="737146"/>
            <a:ext cx="11596291" cy="0"/>
          </a:xfrm>
          <a:prstGeom prst="line">
            <a:avLst/>
          </a:prstGeom>
          <a:ln w="38100">
            <a:solidFill>
              <a:srgbClr val="0060A8"/>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ED016609-8A3F-4A51-A3E4-4F7D100A7BBD}"/>
              </a:ext>
            </a:extLst>
          </p:cNvPr>
          <p:cNvCxnSpPr>
            <a:cxnSpLocks/>
          </p:cNvCxnSpPr>
          <p:nvPr userDrawn="1"/>
        </p:nvCxnSpPr>
        <p:spPr>
          <a:xfrm>
            <a:off x="260350" y="768896"/>
            <a:ext cx="5700779" cy="0"/>
          </a:xfrm>
          <a:prstGeom prst="line">
            <a:avLst/>
          </a:prstGeom>
          <a:ln w="38100">
            <a:solidFill>
              <a:srgbClr val="0060A8"/>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819626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标题，文本与内容">
    <p:spTree>
      <p:nvGrpSpPr>
        <p:cNvPr id="1" name=""/>
        <p:cNvGrpSpPr/>
        <p:nvPr/>
      </p:nvGrpSpPr>
      <p:grpSpPr>
        <a:xfrm>
          <a:off x="0" y="0"/>
          <a:ext cx="0" cy="0"/>
          <a:chOff x="0" y="0"/>
          <a:chExt cx="0" cy="0"/>
        </a:xfrm>
      </p:grpSpPr>
      <p:sp>
        <p:nvSpPr>
          <p:cNvPr id="3" name="文本占位符 2"/>
          <p:cNvSpPr>
            <a:spLocks noGrp="1"/>
          </p:cNvSpPr>
          <p:nvPr>
            <p:ph type="body" sz="half" idx="1"/>
          </p:nvPr>
        </p:nvSpPr>
        <p:spPr>
          <a:xfrm>
            <a:off x="755651" y="1752600"/>
            <a:ext cx="5232400" cy="4267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1251" y="1752600"/>
            <a:ext cx="5232400" cy="4267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cxnSp>
        <p:nvCxnSpPr>
          <p:cNvPr id="5" name="直接连接符 4">
            <a:extLst>
              <a:ext uri="{FF2B5EF4-FFF2-40B4-BE49-F238E27FC236}">
                <a16:creationId xmlns:a16="http://schemas.microsoft.com/office/drawing/2014/main" id="{2DD43879-688C-438D-B26F-08847F585089}"/>
              </a:ext>
            </a:extLst>
          </p:cNvPr>
          <p:cNvCxnSpPr>
            <a:cxnSpLocks/>
          </p:cNvCxnSpPr>
          <p:nvPr userDrawn="1"/>
        </p:nvCxnSpPr>
        <p:spPr>
          <a:xfrm>
            <a:off x="260349" y="737146"/>
            <a:ext cx="11596291" cy="0"/>
          </a:xfrm>
          <a:prstGeom prst="line">
            <a:avLst/>
          </a:prstGeom>
          <a:ln w="38100">
            <a:solidFill>
              <a:srgbClr val="0060A8"/>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4B794B36-99E1-412E-8569-0130DDBB91FF}"/>
              </a:ext>
            </a:extLst>
          </p:cNvPr>
          <p:cNvCxnSpPr>
            <a:cxnSpLocks/>
          </p:cNvCxnSpPr>
          <p:nvPr userDrawn="1"/>
        </p:nvCxnSpPr>
        <p:spPr>
          <a:xfrm>
            <a:off x="260350" y="768896"/>
            <a:ext cx="5700779" cy="0"/>
          </a:xfrm>
          <a:prstGeom prst="line">
            <a:avLst/>
          </a:prstGeom>
          <a:ln w="38100">
            <a:solidFill>
              <a:srgbClr val="0060A8"/>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3521016"/>
      </p:ext>
    </p:extLst>
  </p:cSld>
  <p:clrMapOvr>
    <a:masterClrMapping/>
  </p:clrMapOvr>
  <p:transition spd="slow"/>
</p:sldLayout>
</file>

<file path=ppt/slideLayouts/slideLayout48.xml><?xml version="1.0" encoding="utf-8"?>
<p:sldLayout xmlns:a="http://schemas.openxmlformats.org/drawingml/2006/main" xmlns:r="http://schemas.openxmlformats.org/officeDocument/2006/relationships" xmlns:p="http://schemas.openxmlformats.org/presentationml/2006/main" type="titleOnly">
  <p:cSld name="1_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606399647"/>
      </p:ext>
    </p:extLst>
  </p:cSld>
  <p:clrMapOvr>
    <a:masterClrMapping/>
  </p:clrMapOvr>
  <p:transition spd="slow"/>
</p:sldLayout>
</file>

<file path=ppt/slideLayouts/slideLayout49.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3" name="内容占位符 2"/>
          <p:cNvSpPr>
            <a:spLocks noGrp="1"/>
          </p:cNvSpPr>
          <p:nvPr>
            <p:ph idx="1"/>
          </p:nvPr>
        </p:nvSpPr>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2605052005"/>
      </p:ext>
    </p:extLst>
  </p:cSld>
  <p:clrMapOvr>
    <a:masterClrMapping/>
  </p:clrMapOvr>
  <p:transition spd="slow"/>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slideLayout" Target="../slideLayouts/slideLayout48.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5" Type="http://schemas.openxmlformats.org/officeDocument/2006/relationships/theme" Target="../theme/theme4.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9" name="直接连接符 8">
            <a:extLst>
              <a:ext uri="{FF2B5EF4-FFF2-40B4-BE49-F238E27FC236}">
                <a16:creationId xmlns:a16="http://schemas.microsoft.com/office/drawing/2014/main" id="{2C36D496-D0E1-41A2-B35A-24265F303FAD}"/>
              </a:ext>
            </a:extLst>
          </p:cNvPr>
          <p:cNvCxnSpPr>
            <a:cxnSpLocks/>
          </p:cNvCxnSpPr>
          <p:nvPr userDrawn="1"/>
        </p:nvCxnSpPr>
        <p:spPr>
          <a:xfrm>
            <a:off x="260349" y="737146"/>
            <a:ext cx="11596291" cy="0"/>
          </a:xfrm>
          <a:prstGeom prst="line">
            <a:avLst/>
          </a:prstGeom>
          <a:ln w="38100">
            <a:solidFill>
              <a:srgbClr val="0060A8"/>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62F9EC79-48F3-4A28-9739-3DD9FEA5785E}"/>
              </a:ext>
            </a:extLst>
          </p:cNvPr>
          <p:cNvCxnSpPr>
            <a:cxnSpLocks/>
          </p:cNvCxnSpPr>
          <p:nvPr userDrawn="1"/>
        </p:nvCxnSpPr>
        <p:spPr>
          <a:xfrm>
            <a:off x="260350" y="768896"/>
            <a:ext cx="5700779" cy="0"/>
          </a:xfrm>
          <a:prstGeom prst="line">
            <a:avLst/>
          </a:prstGeom>
          <a:ln w="38100">
            <a:solidFill>
              <a:srgbClr val="0060A8"/>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876"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 id="2147483852" r:id="rId12"/>
    <p:sldLayoutId id="2147483853" r:id="rId13"/>
  </p:sldLayoutIdLst>
  <p:transition spd="slow"/>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itchFamily="34" charset="0"/>
          <a:ea typeface="宋体" pitchFamily="2" charset="-122"/>
        </a:defRPr>
      </a:lvl2pPr>
      <a:lvl3pPr algn="l" rtl="0" eaLnBrk="0" fontAlgn="base" hangingPunct="0">
        <a:spcBef>
          <a:spcPct val="0"/>
        </a:spcBef>
        <a:spcAft>
          <a:spcPct val="0"/>
        </a:spcAft>
        <a:defRPr sz="3800">
          <a:solidFill>
            <a:schemeClr val="tx2"/>
          </a:solidFill>
          <a:latin typeface="Verdana" pitchFamily="34" charset="0"/>
          <a:ea typeface="宋体" pitchFamily="2" charset="-122"/>
        </a:defRPr>
      </a:lvl3pPr>
      <a:lvl4pPr algn="l" rtl="0" eaLnBrk="0" fontAlgn="base" hangingPunct="0">
        <a:spcBef>
          <a:spcPct val="0"/>
        </a:spcBef>
        <a:spcAft>
          <a:spcPct val="0"/>
        </a:spcAft>
        <a:defRPr sz="3800">
          <a:solidFill>
            <a:schemeClr val="tx2"/>
          </a:solidFill>
          <a:latin typeface="Verdana" pitchFamily="34" charset="0"/>
          <a:ea typeface="宋体" pitchFamily="2" charset="-122"/>
        </a:defRPr>
      </a:lvl4pPr>
      <a:lvl5pPr algn="l" rtl="0" eaLnBrk="0" fontAlgn="base" hangingPunct="0">
        <a:spcBef>
          <a:spcPct val="0"/>
        </a:spcBef>
        <a:spcAft>
          <a:spcPct val="0"/>
        </a:spcAft>
        <a:defRPr sz="3800">
          <a:solidFill>
            <a:schemeClr val="tx2"/>
          </a:solidFill>
          <a:latin typeface="Verdana" pitchFamily="34" charset="0"/>
          <a:ea typeface="宋体" pitchFamily="2" charset="-122"/>
        </a:defRPr>
      </a:lvl5pPr>
      <a:lvl6pPr marL="457200" algn="l" rtl="0" fontAlgn="base">
        <a:spcBef>
          <a:spcPct val="0"/>
        </a:spcBef>
        <a:spcAft>
          <a:spcPct val="0"/>
        </a:spcAft>
        <a:defRPr sz="3800">
          <a:solidFill>
            <a:schemeClr val="tx2"/>
          </a:solidFill>
          <a:latin typeface="Verdana" pitchFamily="34" charset="0"/>
          <a:ea typeface="宋体" pitchFamily="2" charset="-122"/>
        </a:defRPr>
      </a:lvl6pPr>
      <a:lvl7pPr marL="914400" algn="l" rtl="0" fontAlgn="base">
        <a:spcBef>
          <a:spcPct val="0"/>
        </a:spcBef>
        <a:spcAft>
          <a:spcPct val="0"/>
        </a:spcAft>
        <a:defRPr sz="3800">
          <a:solidFill>
            <a:schemeClr val="tx2"/>
          </a:solidFill>
          <a:latin typeface="Verdana" pitchFamily="34" charset="0"/>
          <a:ea typeface="宋体" pitchFamily="2" charset="-122"/>
        </a:defRPr>
      </a:lvl7pPr>
      <a:lvl8pPr marL="1371600" algn="l" rtl="0" fontAlgn="base">
        <a:spcBef>
          <a:spcPct val="0"/>
        </a:spcBef>
        <a:spcAft>
          <a:spcPct val="0"/>
        </a:spcAft>
        <a:defRPr sz="3800">
          <a:solidFill>
            <a:schemeClr val="tx2"/>
          </a:solidFill>
          <a:latin typeface="Verdana" pitchFamily="34" charset="0"/>
          <a:ea typeface="宋体" pitchFamily="2" charset="-122"/>
        </a:defRPr>
      </a:lvl8pPr>
      <a:lvl9pPr marL="1828800" algn="l" rtl="0" fontAlgn="base">
        <a:spcBef>
          <a:spcPct val="0"/>
        </a:spcBef>
        <a:spcAft>
          <a:spcPct val="0"/>
        </a:spcAft>
        <a:defRPr sz="3800">
          <a:solidFill>
            <a:schemeClr val="tx2"/>
          </a:solidFill>
          <a:latin typeface="Verdana" pitchFamily="34" charset="0"/>
          <a:ea typeface="宋体" pitchFamily="2" charset="-122"/>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7" name="直接连接符 6">
            <a:extLst>
              <a:ext uri="{FF2B5EF4-FFF2-40B4-BE49-F238E27FC236}">
                <a16:creationId xmlns:a16="http://schemas.microsoft.com/office/drawing/2014/main" id="{28737582-4231-4354-8828-CBF359846930}"/>
              </a:ext>
            </a:extLst>
          </p:cNvPr>
          <p:cNvCxnSpPr>
            <a:cxnSpLocks/>
          </p:cNvCxnSpPr>
          <p:nvPr userDrawn="1"/>
        </p:nvCxnSpPr>
        <p:spPr>
          <a:xfrm>
            <a:off x="260349" y="737146"/>
            <a:ext cx="11596291" cy="0"/>
          </a:xfrm>
          <a:prstGeom prst="line">
            <a:avLst/>
          </a:prstGeom>
          <a:ln w="38100">
            <a:solidFill>
              <a:srgbClr val="0060A8"/>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45EEB52A-4AE7-4CD6-8FE6-202A914E7F00}"/>
              </a:ext>
            </a:extLst>
          </p:cNvPr>
          <p:cNvCxnSpPr>
            <a:cxnSpLocks/>
          </p:cNvCxnSpPr>
          <p:nvPr userDrawn="1"/>
        </p:nvCxnSpPr>
        <p:spPr>
          <a:xfrm>
            <a:off x="260350" y="768896"/>
            <a:ext cx="5700779" cy="0"/>
          </a:xfrm>
          <a:prstGeom prst="line">
            <a:avLst/>
          </a:prstGeom>
          <a:ln w="38100">
            <a:solidFill>
              <a:srgbClr val="0060A8"/>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854" r:id="rId1"/>
    <p:sldLayoutId id="2147483855" r:id="rId2"/>
    <p:sldLayoutId id="2147483856" r:id="rId3"/>
    <p:sldLayoutId id="2147483857" r:id="rId4"/>
    <p:sldLayoutId id="2147483858" r:id="rId5"/>
    <p:sldLayoutId id="2147483859" r:id="rId6"/>
    <p:sldLayoutId id="2147483860" r:id="rId7"/>
    <p:sldLayoutId id="2147483861" r:id="rId8"/>
    <p:sldLayoutId id="2147483862" r:id="rId9"/>
    <p:sldLayoutId id="2147483863" r:id="rId10"/>
    <p:sldLayoutId id="2147483864" r:id="rId11"/>
  </p:sldLayoutIdLst>
  <p:transition spd="slow"/>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000047"/>
            </a:gs>
            <a:gs pos="100000">
              <a:srgbClr val="000099"/>
            </a:gs>
          </a:gsLst>
          <a:lin ang="5400000" scaled="1"/>
        </a:gra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609600" y="274638"/>
            <a:ext cx="10972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3075" name="Rectangle 3"/>
          <p:cNvSpPr>
            <a:spLocks noGrp="1" noChangeArrowheads="1"/>
          </p:cNvSpPr>
          <p:nvPr>
            <p:ph type="body" idx="1"/>
          </p:nvPr>
        </p:nvSpPr>
        <p:spPr bwMode="auto">
          <a:xfrm>
            <a:off x="609600" y="1600201"/>
            <a:ext cx="109728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74116" name="Rectangle 4"/>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kumimoji="1" sz="1400">
                <a:latin typeface="Times New Roman" pitchFamily="18" charset="0"/>
                <a:ea typeface="+mn-ea"/>
              </a:defRPr>
            </a:lvl1pPr>
          </a:lstStyle>
          <a:p>
            <a:pPr>
              <a:defRPr/>
            </a:pPr>
            <a:endParaRPr lang="en-US" altLang="zh-CN"/>
          </a:p>
        </p:txBody>
      </p:sp>
      <p:sp>
        <p:nvSpPr>
          <p:cNvPr id="474117" name="Rectangle 5"/>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kumimoji="1" sz="1400">
                <a:latin typeface="Times New Roman" pitchFamily="18" charset="0"/>
                <a:ea typeface="+mn-ea"/>
              </a:defRPr>
            </a:lvl1pPr>
          </a:lstStyle>
          <a:p>
            <a:pPr>
              <a:defRPr/>
            </a:pPr>
            <a:endParaRPr lang="en-US" altLang="zh-CN"/>
          </a:p>
        </p:txBody>
      </p:sp>
      <p:sp>
        <p:nvSpPr>
          <p:cNvPr id="474118" name="Rectangle 6"/>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kumimoji="1" sz="1400">
                <a:latin typeface="Times New Roman" panose="02020603050405020304" pitchFamily="18" charset="0"/>
                <a:ea typeface="宋体" panose="02010600030101010101" pitchFamily="2" charset="-122"/>
              </a:defRPr>
            </a:lvl1pPr>
          </a:lstStyle>
          <a:p>
            <a:pPr>
              <a:defRPr/>
            </a:pPr>
            <a:fld id="{0FC089B3-FCBB-481C-81F2-1F56E2F29B93}"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69" r:id="rId5"/>
    <p:sldLayoutId id="2147483870" r:id="rId6"/>
    <p:sldLayoutId id="2147483871" r:id="rId7"/>
    <p:sldLayoutId id="2147483872" r:id="rId8"/>
    <p:sldLayoutId id="2147483873" r:id="rId9"/>
    <p:sldLayoutId id="2147483874" r:id="rId10"/>
    <p:sldLayoutId id="2147483875" r:id="rId11"/>
  </p:sldLayoutIdLst>
  <p:transition spd="slow"/>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3/10/2026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3216456137"/>
      </p:ext>
    </p:extLst>
  </p:cSld>
  <p:clrMap bg1="lt1" tx1="dk1" bg2="lt2" tx2="dk2" accent1="accent1" accent2="accent2" accent3="accent3" accent4="accent4" accent5="accent5" accent6="accent6" hlink="hlink" folHlink="folHlink"/>
  <p:sldLayoutIdLst>
    <p:sldLayoutId id="2147483892" r:id="rId1"/>
    <p:sldLayoutId id="2147483893" r:id="rId2"/>
    <p:sldLayoutId id="2147483894" r:id="rId3"/>
    <p:sldLayoutId id="2147483895" r:id="rId4"/>
    <p:sldLayoutId id="2147483896" r:id="rId5"/>
    <p:sldLayoutId id="2147483897" r:id="rId6"/>
    <p:sldLayoutId id="2147483898" r:id="rId7"/>
    <p:sldLayoutId id="2147483899" r:id="rId8"/>
    <p:sldLayoutId id="2147483900" r:id="rId9"/>
    <p:sldLayoutId id="2147483901" r:id="rId10"/>
    <p:sldLayoutId id="2147483902" r:id="rId11"/>
    <p:sldLayoutId id="2147483903" r:id="rId12"/>
    <p:sldLayoutId id="2147483904" r:id="rId13"/>
    <p:sldLayoutId id="2147483905"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47.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wmf"/><Relationship Id="rId1" Type="http://schemas.openxmlformats.org/officeDocument/2006/relationships/slideLayout" Target="../slideLayouts/slideLayout47.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microsoft.com/office/2018/10/relationships/comments" Target="../comments/modernComment_2BE_40E8D410.xml"/><Relationship Id="rId1" Type="http://schemas.openxmlformats.org/officeDocument/2006/relationships/slideLayout" Target="../slideLayouts/slideLayout47.xml"/><Relationship Id="rId5" Type="http://schemas.openxmlformats.org/officeDocument/2006/relationships/image" Target="../media/image13.jpe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47.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8" Type="http://schemas.openxmlformats.org/officeDocument/2006/relationships/image" Target="../media/image22.jpeg"/><Relationship Id="rId3" Type="http://schemas.openxmlformats.org/officeDocument/2006/relationships/image" Target="../media/image17.png"/><Relationship Id="rId7" Type="http://schemas.openxmlformats.org/officeDocument/2006/relationships/image" Target="../media/image21.jpeg"/><Relationship Id="rId2" Type="http://schemas.microsoft.com/office/2018/10/relationships/comments" Target="../comments/modernComment_2CA_448BEDF2.xml"/><Relationship Id="rId1" Type="http://schemas.openxmlformats.org/officeDocument/2006/relationships/slideLayout" Target="../slideLayouts/slideLayout47.xml"/><Relationship Id="rId6" Type="http://schemas.openxmlformats.org/officeDocument/2006/relationships/image" Target="../media/image20.jpeg"/><Relationship Id="rId5" Type="http://schemas.openxmlformats.org/officeDocument/2006/relationships/image" Target="../media/image19.jpe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47.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eg"/><Relationship Id="rId1" Type="http://schemas.openxmlformats.org/officeDocument/2006/relationships/slideLayout" Target="../slideLayouts/slideLayout47.xml"/></Relationships>
</file>

<file path=ppt/slides/_rels/slide1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7.xml"/></Relationships>
</file>

<file path=ppt/slides/_rels/slide1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7.xml"/></Relationships>
</file>

<file path=ppt/slides/_rels/slide1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7.xml"/></Relationships>
</file>

<file path=ppt/slides/_rels/slide15.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4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17.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47.xml"/><Relationship Id="rId5" Type="http://schemas.openxmlformats.org/officeDocument/2006/relationships/image" Target="../media/image34.jpeg"/><Relationship Id="rId4" Type="http://schemas.openxmlformats.org/officeDocument/2006/relationships/image" Target="../media/image33.jpeg"/></Relationships>
</file>

<file path=ppt/slides/_rels/slide18.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47.xml"/></Relationships>
</file>

<file path=ppt/slides/_rels/slide19.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11.png"/><Relationship Id="rId7" Type="http://schemas.openxmlformats.org/officeDocument/2006/relationships/customXml" Target="../ink/ink1.xml"/><Relationship Id="rId2" Type="http://schemas.microsoft.com/office/2018/10/relationships/comments" Target="../comments/modernComment_2D0_AB5F8707.xml"/><Relationship Id="rId1" Type="http://schemas.openxmlformats.org/officeDocument/2006/relationships/slideLayout" Target="../slideLayouts/slideLayout47.xml"/><Relationship Id="rId6" Type="http://schemas.openxmlformats.org/officeDocument/2006/relationships/image" Target="../media/image37.png"/><Relationship Id="rId5" Type="http://schemas.openxmlformats.org/officeDocument/2006/relationships/image" Target="../media/image12.png"/><Relationship Id="rId4" Type="http://schemas.openxmlformats.org/officeDocument/2006/relationships/image" Target="../media/image3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21.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38.jpeg"/><Relationship Id="rId1" Type="http://schemas.openxmlformats.org/officeDocument/2006/relationships/slideLayout" Target="../slideLayouts/slideLayout47.xml"/></Relationships>
</file>

<file path=ppt/slides/_rels/slide22.xml.rels><?xml version="1.0" encoding="UTF-8" standalone="yes"?>
<Relationships xmlns="http://schemas.openxmlformats.org/package/2006/relationships"><Relationship Id="rId8" Type="http://schemas.openxmlformats.org/officeDocument/2006/relationships/image" Target="../media/image46.jpeg"/><Relationship Id="rId3" Type="http://schemas.openxmlformats.org/officeDocument/2006/relationships/image" Target="../media/image41.jpeg"/><Relationship Id="rId7" Type="http://schemas.openxmlformats.org/officeDocument/2006/relationships/image" Target="../media/image45.jpeg"/><Relationship Id="rId2" Type="http://schemas.openxmlformats.org/officeDocument/2006/relationships/image" Target="../media/image40.jpeg"/><Relationship Id="rId1" Type="http://schemas.openxmlformats.org/officeDocument/2006/relationships/slideLayout" Target="../slideLayouts/slideLayout47.xml"/><Relationship Id="rId6" Type="http://schemas.openxmlformats.org/officeDocument/2006/relationships/image" Target="../media/image44.jpeg"/><Relationship Id="rId5" Type="http://schemas.openxmlformats.org/officeDocument/2006/relationships/image" Target="../media/image43.jpeg"/><Relationship Id="rId4" Type="http://schemas.openxmlformats.org/officeDocument/2006/relationships/image" Target="../media/image42.jpeg"/></Relationships>
</file>

<file path=ppt/slides/_rels/slide23.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47.xml"/></Relationships>
</file>

<file path=ppt/slides/_rels/slide24.xml.rels><?xml version="1.0" encoding="UTF-8" standalone="yes"?>
<Relationships xmlns="http://schemas.openxmlformats.org/package/2006/relationships"><Relationship Id="rId8" Type="http://schemas.openxmlformats.org/officeDocument/2006/relationships/image" Target="../media/image53.jpeg"/><Relationship Id="rId3" Type="http://schemas.openxmlformats.org/officeDocument/2006/relationships/oleObject" Target="../embeddings/oleObject1.bin"/><Relationship Id="rId7" Type="http://schemas.openxmlformats.org/officeDocument/2006/relationships/image" Target="../media/image52.jpeg"/><Relationship Id="rId2" Type="http://schemas.openxmlformats.org/officeDocument/2006/relationships/image" Target="../media/image48.jpeg"/><Relationship Id="rId1" Type="http://schemas.openxmlformats.org/officeDocument/2006/relationships/slideLayout" Target="../slideLayouts/slideLayout47.xml"/><Relationship Id="rId6" Type="http://schemas.openxmlformats.org/officeDocument/2006/relationships/image" Target="../media/image51.wmf"/><Relationship Id="rId5" Type="http://schemas.openxmlformats.org/officeDocument/2006/relationships/image" Target="../media/image50.jpeg"/><Relationship Id="rId4" Type="http://schemas.openxmlformats.org/officeDocument/2006/relationships/image" Target="../media/image49.png"/></Relationships>
</file>

<file path=ppt/slides/_rels/slide25.xml.rels><?xml version="1.0" encoding="UTF-8" standalone="yes"?>
<Relationships xmlns="http://schemas.openxmlformats.org/package/2006/relationships"><Relationship Id="rId3" Type="http://schemas.openxmlformats.org/officeDocument/2006/relationships/image" Target="../media/image54.emf"/><Relationship Id="rId2" Type="http://schemas.openxmlformats.org/officeDocument/2006/relationships/oleObject" Target="../embeddings/oleObject2.bin"/><Relationship Id="rId1" Type="http://schemas.openxmlformats.org/officeDocument/2006/relationships/slideLayout" Target="../slideLayouts/slideLayout4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a:extLst>
              <a:ext uri="{FF2B5EF4-FFF2-40B4-BE49-F238E27FC236}">
                <a16:creationId xmlns:a16="http://schemas.microsoft.com/office/drawing/2014/main" id="{BCCBE65C-CE55-4411-8993-DFFDBF9F92A9}"/>
              </a:ext>
            </a:extLst>
          </p:cNvPr>
          <p:cNvSpPr txBox="1"/>
          <p:nvPr/>
        </p:nvSpPr>
        <p:spPr>
          <a:xfrm>
            <a:off x="4151784" y="2639230"/>
            <a:ext cx="3240360" cy="769441"/>
          </a:xfrm>
          <a:prstGeom prst="rect">
            <a:avLst/>
          </a:prstGeom>
          <a:noFill/>
        </p:spPr>
        <p:txBody>
          <a:bodyPr wrap="square">
            <a:spAutoFit/>
          </a:bodyPr>
          <a:lstStyle/>
          <a:p>
            <a:r>
              <a:rPr lang="zh-CN" altLang="en-US" sz="4400" b="1" i="0" dirty="0">
                <a:solidFill>
                  <a:srgbClr val="333333"/>
                </a:solidFill>
                <a:effectLst/>
                <a:latin typeface="微软雅黑" panose="020B0503020204020204" pitchFamily="34" charset="-122"/>
                <a:ea typeface="微软雅黑" panose="020B0503020204020204" pitchFamily="34" charset="-122"/>
              </a:rPr>
              <a:t>计算机网络</a:t>
            </a:r>
            <a:endParaRPr lang="zh-CN" altLang="en-US" sz="44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829738C0-0F57-4D9B-AA01-2881243A37FC}"/>
              </a:ext>
            </a:extLst>
          </p:cNvPr>
          <p:cNvSpPr>
            <a:spLocks noChangeArrowheads="1"/>
          </p:cNvSpPr>
          <p:nvPr/>
        </p:nvSpPr>
        <p:spPr bwMode="auto">
          <a:xfrm>
            <a:off x="1370862" y="1481977"/>
            <a:ext cx="2361555" cy="523220"/>
          </a:xfrm>
          <a:prstGeom prst="rect">
            <a:avLst/>
          </a:prstGeom>
          <a:solidFill>
            <a:srgbClr val="00B0F0"/>
          </a:solidFill>
          <a:ln>
            <a:solidFill>
              <a:schemeClr val="tx1"/>
            </a:solidFill>
          </a:ln>
          <a:effectLst>
            <a:outerShdw blurRad="50800" dist="38100" dir="2700000" algn="tl" rotWithShape="0">
              <a:prstClr val="black">
                <a:alpha val="40000"/>
              </a:prstClr>
            </a:outerShdw>
          </a:effectLst>
        </p:spPr>
        <p:txBody>
          <a:bodyPr wrap="square">
            <a:spAutoFit/>
          </a:bodyPr>
          <a:lstStyle>
            <a:lvl1pPr>
              <a:defRPr>
                <a:solidFill>
                  <a:schemeClr val="tx1"/>
                </a:solidFill>
                <a:latin typeface="Verdana" panose="020B0604030504040204" pitchFamily="34" charset="0"/>
                <a:ea typeface="黑体" panose="02010609060101010101" pitchFamily="49" charset="-122"/>
              </a:defRPr>
            </a:lvl1pPr>
            <a:lvl2pPr marL="742950" indent="-285750">
              <a:defRPr>
                <a:solidFill>
                  <a:schemeClr val="tx1"/>
                </a:solidFill>
                <a:latin typeface="Verdana" panose="020B0604030504040204" pitchFamily="34" charset="0"/>
                <a:ea typeface="黑体" panose="02010609060101010101" pitchFamily="49" charset="-122"/>
              </a:defRPr>
            </a:lvl2pPr>
            <a:lvl3pPr marL="1143000" indent="-228600">
              <a:defRPr>
                <a:solidFill>
                  <a:schemeClr val="tx1"/>
                </a:solidFill>
                <a:latin typeface="Verdana" panose="020B0604030504040204" pitchFamily="34" charset="0"/>
                <a:ea typeface="黑体" panose="02010609060101010101" pitchFamily="49" charset="-122"/>
              </a:defRPr>
            </a:lvl3pPr>
            <a:lvl4pPr marL="1600200" indent="-228600">
              <a:defRPr>
                <a:solidFill>
                  <a:schemeClr val="tx1"/>
                </a:solidFill>
                <a:latin typeface="Verdana" panose="020B0604030504040204" pitchFamily="34" charset="0"/>
                <a:ea typeface="黑体" panose="02010609060101010101" pitchFamily="49" charset="-122"/>
              </a:defRPr>
            </a:lvl4pPr>
            <a:lvl5pPr marL="2057400" indent="-228600">
              <a:defRPr>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9pPr>
          </a:lstStyle>
          <a:p>
            <a:pPr algn="ctr" eaLnBrk="1" hangingPunct="1"/>
            <a:r>
              <a:rPr lang="zh-CN" altLang="en-US" dirty="0">
                <a:latin typeface="微软雅黑" panose="020B0503020204020204" pitchFamily="34" charset="-122"/>
                <a:ea typeface="微软雅黑" panose="020B0503020204020204" pitchFamily="34" charset="-122"/>
              </a:rPr>
              <a:t>网络概述</a:t>
            </a:r>
          </a:p>
        </p:txBody>
      </p:sp>
      <p:sp>
        <p:nvSpPr>
          <p:cNvPr id="3" name="矩形 5">
            <a:extLst>
              <a:ext uri="{FF2B5EF4-FFF2-40B4-BE49-F238E27FC236}">
                <a16:creationId xmlns:a16="http://schemas.microsoft.com/office/drawing/2014/main" id="{F96AE2EE-8E41-434A-B1C0-F978BF969280}"/>
              </a:ext>
            </a:extLst>
          </p:cNvPr>
          <p:cNvSpPr>
            <a:spLocks noChangeArrowheads="1"/>
          </p:cNvSpPr>
          <p:nvPr/>
        </p:nvSpPr>
        <p:spPr bwMode="auto">
          <a:xfrm>
            <a:off x="1358404" y="908720"/>
            <a:ext cx="2376487" cy="523220"/>
          </a:xfrm>
          <a:prstGeom prst="rect">
            <a:avLst/>
          </a:prstGeom>
          <a:solidFill>
            <a:srgbClr val="FFFF00"/>
          </a:solidFill>
          <a:ln w="9525" algn="ctr">
            <a:solidFill>
              <a:schemeClr val="tx1"/>
            </a:solidFill>
            <a:round/>
            <a:headEnd/>
            <a:tailEnd/>
          </a:ln>
        </p:spPr>
        <p:txBody>
          <a:bodyPr>
            <a:spAutoFit/>
          </a:bodyPr>
          <a:lstStyle>
            <a:lvl1pPr>
              <a:defRPr>
                <a:solidFill>
                  <a:schemeClr val="tx1"/>
                </a:solidFill>
                <a:latin typeface="Verdana" panose="020B0604030504040204" pitchFamily="34" charset="0"/>
                <a:ea typeface="黑体" panose="02010609060101010101" pitchFamily="49" charset="-122"/>
              </a:defRPr>
            </a:lvl1pPr>
            <a:lvl2pPr marL="742950" indent="-285750">
              <a:defRPr>
                <a:solidFill>
                  <a:schemeClr val="tx1"/>
                </a:solidFill>
                <a:latin typeface="Verdana" panose="020B0604030504040204" pitchFamily="34" charset="0"/>
                <a:ea typeface="黑体" panose="02010609060101010101" pitchFamily="49" charset="-122"/>
              </a:defRPr>
            </a:lvl2pPr>
            <a:lvl3pPr marL="1143000" indent="-228600">
              <a:defRPr>
                <a:solidFill>
                  <a:schemeClr val="tx1"/>
                </a:solidFill>
                <a:latin typeface="Verdana" panose="020B0604030504040204" pitchFamily="34" charset="0"/>
                <a:ea typeface="黑体" panose="02010609060101010101" pitchFamily="49" charset="-122"/>
              </a:defRPr>
            </a:lvl3pPr>
            <a:lvl4pPr marL="1600200" indent="-228600">
              <a:defRPr>
                <a:solidFill>
                  <a:schemeClr val="tx1"/>
                </a:solidFill>
                <a:latin typeface="Verdana" panose="020B0604030504040204" pitchFamily="34" charset="0"/>
                <a:ea typeface="黑体" panose="02010609060101010101" pitchFamily="49" charset="-122"/>
              </a:defRPr>
            </a:lvl4pPr>
            <a:lvl5pPr marL="2057400" indent="-228600">
              <a:defRPr>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9pPr>
          </a:lstStyle>
          <a:p>
            <a:pPr algn="ctr" eaLnBrk="1" hangingPunct="1"/>
            <a:r>
              <a:rPr lang="zh-CN" altLang="en-US" sz="2800" dirty="0"/>
              <a:t>网络原理</a:t>
            </a:r>
          </a:p>
        </p:txBody>
      </p:sp>
      <p:sp>
        <p:nvSpPr>
          <p:cNvPr id="4" name="矩形 3">
            <a:extLst>
              <a:ext uri="{FF2B5EF4-FFF2-40B4-BE49-F238E27FC236}">
                <a16:creationId xmlns:a16="http://schemas.microsoft.com/office/drawing/2014/main" id="{9B8CA9E4-5FEA-4768-99D1-C4C91DC84EAD}"/>
              </a:ext>
            </a:extLst>
          </p:cNvPr>
          <p:cNvSpPr/>
          <p:nvPr/>
        </p:nvSpPr>
        <p:spPr>
          <a:xfrm>
            <a:off x="1355932" y="2634920"/>
            <a:ext cx="2391418" cy="2633863"/>
          </a:xfrm>
          <a:prstGeom prst="rect">
            <a:avLst/>
          </a:prstGeom>
          <a:solidFill>
            <a:srgbClr val="00B0F0"/>
          </a:solidFill>
          <a:ln>
            <a:solidFill>
              <a:schemeClr val="tx1"/>
            </a:solidFill>
          </a:ln>
          <a:effectLst>
            <a:outerShdw blurRad="50800" dist="38100" dir="2700000" algn="tl" rotWithShape="0">
              <a:prstClr val="black">
                <a:alpha val="40000"/>
              </a:prstClr>
            </a:outerShdw>
          </a:effectLst>
        </p:spPr>
        <p:txBody>
          <a:bodyPr wrap="square">
            <a:spAutoFit/>
          </a:bodyPr>
          <a:lstStyle/>
          <a:p>
            <a:pPr eaLnBrk="1" hangingPunct="1">
              <a:lnSpc>
                <a:spcPct val="120000"/>
              </a:lnSpc>
              <a:defRPr/>
            </a:pPr>
            <a:r>
              <a:rPr lang="zh-CN" altLang="en-US" sz="2800" dirty="0">
                <a:latin typeface="微软雅黑" panose="020B0503020204020204" pitchFamily="34" charset="-122"/>
                <a:ea typeface="微软雅黑" panose="020B0503020204020204" pitchFamily="34" charset="-122"/>
              </a:rPr>
              <a:t>物理层 </a:t>
            </a:r>
          </a:p>
          <a:p>
            <a:pPr eaLnBrk="1" hangingPunct="1">
              <a:lnSpc>
                <a:spcPct val="120000"/>
              </a:lnSpc>
              <a:defRPr/>
            </a:pPr>
            <a:r>
              <a:rPr lang="zh-CN" altLang="en-US" sz="2800" dirty="0">
                <a:latin typeface="微软雅黑" panose="020B0503020204020204" pitchFamily="34" charset="-122"/>
                <a:ea typeface="微软雅黑" panose="020B0503020204020204" pitchFamily="34" charset="-122"/>
              </a:rPr>
              <a:t>数据链路层 </a:t>
            </a:r>
          </a:p>
          <a:p>
            <a:pPr eaLnBrk="1" hangingPunct="1">
              <a:lnSpc>
                <a:spcPct val="120000"/>
              </a:lnSpc>
              <a:defRPr/>
            </a:pPr>
            <a:r>
              <a:rPr lang="zh-CN" altLang="en-US" sz="2800" dirty="0">
                <a:latin typeface="微软雅黑" panose="020B0503020204020204" pitchFamily="34" charset="-122"/>
                <a:ea typeface="微软雅黑" panose="020B0503020204020204" pitchFamily="34" charset="-122"/>
              </a:rPr>
              <a:t>网络层 </a:t>
            </a:r>
          </a:p>
          <a:p>
            <a:pPr eaLnBrk="1" hangingPunct="1">
              <a:lnSpc>
                <a:spcPct val="120000"/>
              </a:lnSpc>
              <a:defRPr/>
            </a:pPr>
            <a:r>
              <a:rPr lang="zh-CN" altLang="en-US" sz="2800" dirty="0">
                <a:latin typeface="微软雅黑" panose="020B0503020204020204" pitchFamily="34" charset="-122"/>
                <a:ea typeface="微软雅黑" panose="020B0503020204020204" pitchFamily="34" charset="-122"/>
              </a:rPr>
              <a:t>传输层 </a:t>
            </a:r>
          </a:p>
          <a:p>
            <a:pPr eaLnBrk="1" hangingPunct="1">
              <a:lnSpc>
                <a:spcPct val="120000"/>
              </a:lnSpc>
              <a:defRPr/>
            </a:pPr>
            <a:r>
              <a:rPr lang="zh-CN" altLang="en-US" sz="2800" dirty="0">
                <a:latin typeface="微软雅黑" panose="020B0503020204020204" pitchFamily="34" charset="-122"/>
                <a:ea typeface="微软雅黑" panose="020B0503020204020204" pitchFamily="34" charset="-122"/>
              </a:rPr>
              <a:t>应用层 </a:t>
            </a:r>
          </a:p>
        </p:txBody>
      </p:sp>
      <p:sp>
        <p:nvSpPr>
          <p:cNvPr id="5" name="矩形 4">
            <a:extLst>
              <a:ext uri="{FF2B5EF4-FFF2-40B4-BE49-F238E27FC236}">
                <a16:creationId xmlns:a16="http://schemas.microsoft.com/office/drawing/2014/main" id="{092E751D-0F85-4515-AF43-E71DD82A9094}"/>
              </a:ext>
            </a:extLst>
          </p:cNvPr>
          <p:cNvSpPr/>
          <p:nvPr/>
        </p:nvSpPr>
        <p:spPr>
          <a:xfrm>
            <a:off x="1370862" y="2062446"/>
            <a:ext cx="2361555" cy="523220"/>
          </a:xfrm>
          <a:prstGeom prst="rect">
            <a:avLst/>
          </a:prstGeom>
          <a:solidFill>
            <a:srgbClr val="00B0F0"/>
          </a:solidFill>
          <a:ln>
            <a:solidFill>
              <a:schemeClr val="tx1"/>
            </a:solidFill>
          </a:ln>
          <a:effectLst>
            <a:outerShdw blurRad="50800" dist="38100" dir="2700000" algn="tl" rotWithShape="0">
              <a:prstClr val="black">
                <a:alpha val="40000"/>
              </a:prstClr>
            </a:outerShdw>
          </a:effectLst>
        </p:spPr>
        <p:txBody>
          <a:bodyPr wrap="square">
            <a:spAutoFit/>
          </a:bodyPr>
          <a:lstStyle/>
          <a:p>
            <a:pPr eaLnBrk="1" hangingPunct="1">
              <a:defRPr/>
            </a:pPr>
            <a:r>
              <a:rPr lang="zh-CN" altLang="en-US" sz="2800" dirty="0">
                <a:latin typeface="微软雅黑" panose="020B0503020204020204" pitchFamily="34" charset="-122"/>
                <a:ea typeface="微软雅黑" panose="020B0503020204020204" pitchFamily="34" charset="-122"/>
              </a:rPr>
              <a:t>网络体系结构</a:t>
            </a:r>
          </a:p>
        </p:txBody>
      </p:sp>
      <p:sp>
        <p:nvSpPr>
          <p:cNvPr id="10" name="矩形 5">
            <a:extLst>
              <a:ext uri="{FF2B5EF4-FFF2-40B4-BE49-F238E27FC236}">
                <a16:creationId xmlns:a16="http://schemas.microsoft.com/office/drawing/2014/main" id="{5291097E-46BE-4552-8626-965451EE654E}"/>
              </a:ext>
            </a:extLst>
          </p:cNvPr>
          <p:cNvSpPr>
            <a:spLocks noChangeArrowheads="1"/>
          </p:cNvSpPr>
          <p:nvPr/>
        </p:nvSpPr>
        <p:spPr bwMode="auto">
          <a:xfrm>
            <a:off x="5087888" y="939498"/>
            <a:ext cx="2376487" cy="523220"/>
          </a:xfrm>
          <a:prstGeom prst="rect">
            <a:avLst/>
          </a:prstGeom>
          <a:solidFill>
            <a:srgbClr val="FFFF00"/>
          </a:solidFill>
          <a:ln w="9525" algn="ctr">
            <a:solidFill>
              <a:schemeClr val="tx1"/>
            </a:solidFill>
            <a:round/>
            <a:headEnd/>
            <a:tailEnd/>
          </a:ln>
        </p:spPr>
        <p:txBody>
          <a:bodyPr>
            <a:spAutoFit/>
          </a:bodyPr>
          <a:lstStyle>
            <a:lvl1pPr>
              <a:defRPr>
                <a:solidFill>
                  <a:schemeClr val="tx1"/>
                </a:solidFill>
                <a:latin typeface="Verdana" panose="020B0604030504040204" pitchFamily="34" charset="0"/>
                <a:ea typeface="黑体" panose="02010609060101010101" pitchFamily="49" charset="-122"/>
              </a:defRPr>
            </a:lvl1pPr>
            <a:lvl2pPr marL="742950" indent="-285750">
              <a:defRPr>
                <a:solidFill>
                  <a:schemeClr val="tx1"/>
                </a:solidFill>
                <a:latin typeface="Verdana" panose="020B0604030504040204" pitchFamily="34" charset="0"/>
                <a:ea typeface="黑体" panose="02010609060101010101" pitchFamily="49" charset="-122"/>
              </a:defRPr>
            </a:lvl2pPr>
            <a:lvl3pPr marL="1143000" indent="-228600">
              <a:defRPr>
                <a:solidFill>
                  <a:schemeClr val="tx1"/>
                </a:solidFill>
                <a:latin typeface="Verdana" panose="020B0604030504040204" pitchFamily="34" charset="0"/>
                <a:ea typeface="黑体" panose="02010609060101010101" pitchFamily="49" charset="-122"/>
              </a:defRPr>
            </a:lvl3pPr>
            <a:lvl4pPr marL="1600200" indent="-228600">
              <a:defRPr>
                <a:solidFill>
                  <a:schemeClr val="tx1"/>
                </a:solidFill>
                <a:latin typeface="Verdana" panose="020B0604030504040204" pitchFamily="34" charset="0"/>
                <a:ea typeface="黑体" panose="02010609060101010101" pitchFamily="49" charset="-122"/>
              </a:defRPr>
            </a:lvl4pPr>
            <a:lvl5pPr marL="2057400" indent="-228600">
              <a:defRPr>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9pPr>
          </a:lstStyle>
          <a:p>
            <a:pPr algn="ctr" eaLnBrk="1" hangingPunct="1"/>
            <a:r>
              <a:rPr lang="zh-CN" altLang="en-US" sz="2800" dirty="0"/>
              <a:t>网络分析</a:t>
            </a:r>
          </a:p>
        </p:txBody>
      </p:sp>
      <p:sp>
        <p:nvSpPr>
          <p:cNvPr id="11" name="矩形 10">
            <a:extLst>
              <a:ext uri="{FF2B5EF4-FFF2-40B4-BE49-F238E27FC236}">
                <a16:creationId xmlns:a16="http://schemas.microsoft.com/office/drawing/2014/main" id="{FB9665E0-BF0E-4DD2-B91A-503DDC48BC9A}"/>
              </a:ext>
            </a:extLst>
          </p:cNvPr>
          <p:cNvSpPr/>
          <p:nvPr/>
        </p:nvSpPr>
        <p:spPr>
          <a:xfrm>
            <a:off x="5072956" y="1541334"/>
            <a:ext cx="2391419" cy="1200329"/>
          </a:xfrm>
          <a:prstGeom prst="rect">
            <a:avLst/>
          </a:prstGeom>
          <a:solidFill>
            <a:srgbClr val="00B0F0"/>
          </a:solidFill>
          <a:ln>
            <a:solidFill>
              <a:schemeClr val="tx1"/>
            </a:solidFill>
          </a:ln>
          <a:effectLst>
            <a:outerShdw blurRad="50800" dist="38100" dir="2700000" algn="tl" rotWithShape="0">
              <a:prstClr val="black">
                <a:alpha val="40000"/>
              </a:prstClr>
            </a:outerShdw>
          </a:effectLst>
        </p:spPr>
        <p:txBody>
          <a:bodyPr wrap="square">
            <a:spAutoFit/>
          </a:bodyPr>
          <a:lstStyle/>
          <a:p>
            <a:pPr eaLnBrk="1" hangingPunct="1">
              <a:defRPr/>
            </a:pPr>
            <a:r>
              <a:rPr lang="en-US" altLang="zh-CN" sz="2400" dirty="0" err="1">
                <a:latin typeface="微软雅黑" panose="020B0503020204020204" pitchFamily="34" charset="-122"/>
                <a:ea typeface="微软雅黑" panose="020B0503020204020204" pitchFamily="34" charset="-122"/>
              </a:rPr>
              <a:t>WireShark</a:t>
            </a:r>
            <a:r>
              <a:rPr lang="zh-CN" altLang="en-US" sz="2400" dirty="0">
                <a:latin typeface="微软雅黑" panose="020B0503020204020204" pitchFamily="34" charset="-122"/>
                <a:ea typeface="微软雅黑" panose="020B0503020204020204" pitchFamily="34" charset="-122"/>
              </a:rPr>
              <a:t>等工具分析网络原理和状况</a:t>
            </a:r>
          </a:p>
        </p:txBody>
      </p:sp>
      <p:sp>
        <p:nvSpPr>
          <p:cNvPr id="13" name="矩形 5">
            <a:extLst>
              <a:ext uri="{FF2B5EF4-FFF2-40B4-BE49-F238E27FC236}">
                <a16:creationId xmlns:a16="http://schemas.microsoft.com/office/drawing/2014/main" id="{F5D4A7D1-C5B5-4202-B470-7435904A3C04}"/>
              </a:ext>
            </a:extLst>
          </p:cNvPr>
          <p:cNvSpPr>
            <a:spLocks noChangeArrowheads="1"/>
          </p:cNvSpPr>
          <p:nvPr/>
        </p:nvSpPr>
        <p:spPr bwMode="auto">
          <a:xfrm>
            <a:off x="8256240" y="939498"/>
            <a:ext cx="2985951" cy="461665"/>
          </a:xfrm>
          <a:prstGeom prst="rect">
            <a:avLst/>
          </a:prstGeom>
          <a:solidFill>
            <a:srgbClr val="FFFF00"/>
          </a:solidFill>
          <a:ln w="9525" algn="ctr">
            <a:solidFill>
              <a:schemeClr val="tx1"/>
            </a:solidFill>
            <a:round/>
            <a:headEnd/>
            <a:tailEnd/>
          </a:ln>
        </p:spPr>
        <p:txBody>
          <a:bodyPr wrap="square">
            <a:spAutoFit/>
          </a:bodyPr>
          <a:lstStyle>
            <a:lvl1pPr>
              <a:defRPr>
                <a:solidFill>
                  <a:schemeClr val="tx1"/>
                </a:solidFill>
                <a:latin typeface="Verdana" panose="020B0604030504040204" pitchFamily="34" charset="0"/>
                <a:ea typeface="黑体" panose="02010609060101010101" pitchFamily="49" charset="-122"/>
              </a:defRPr>
            </a:lvl1pPr>
            <a:lvl2pPr marL="742950" indent="-285750">
              <a:defRPr>
                <a:solidFill>
                  <a:schemeClr val="tx1"/>
                </a:solidFill>
                <a:latin typeface="Verdana" panose="020B0604030504040204" pitchFamily="34" charset="0"/>
                <a:ea typeface="黑体" panose="02010609060101010101" pitchFamily="49" charset="-122"/>
              </a:defRPr>
            </a:lvl2pPr>
            <a:lvl3pPr marL="1143000" indent="-228600">
              <a:defRPr>
                <a:solidFill>
                  <a:schemeClr val="tx1"/>
                </a:solidFill>
                <a:latin typeface="Verdana" panose="020B0604030504040204" pitchFamily="34" charset="0"/>
                <a:ea typeface="黑体" panose="02010609060101010101" pitchFamily="49" charset="-122"/>
              </a:defRPr>
            </a:lvl3pPr>
            <a:lvl4pPr marL="1600200" indent="-228600">
              <a:defRPr>
                <a:solidFill>
                  <a:schemeClr val="tx1"/>
                </a:solidFill>
                <a:latin typeface="Verdana" panose="020B0604030504040204" pitchFamily="34" charset="0"/>
                <a:ea typeface="黑体" panose="02010609060101010101" pitchFamily="49" charset="-122"/>
              </a:defRPr>
            </a:lvl4pPr>
            <a:lvl5pPr marL="2057400" indent="-228600">
              <a:defRPr>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9pPr>
          </a:lstStyle>
          <a:p>
            <a:pPr algn="ctr" eaLnBrk="1" hangingPunct="1"/>
            <a:r>
              <a:rPr lang="zh-CN" altLang="en-US" sz="2400" dirty="0"/>
              <a:t>网络设计与实现</a:t>
            </a:r>
          </a:p>
        </p:txBody>
      </p:sp>
      <p:sp>
        <p:nvSpPr>
          <p:cNvPr id="14" name="矩形 13">
            <a:extLst>
              <a:ext uri="{FF2B5EF4-FFF2-40B4-BE49-F238E27FC236}">
                <a16:creationId xmlns:a16="http://schemas.microsoft.com/office/drawing/2014/main" id="{188E5326-D73A-4BEA-838A-41544386CCE3}"/>
              </a:ext>
            </a:extLst>
          </p:cNvPr>
          <p:cNvSpPr/>
          <p:nvPr/>
        </p:nvSpPr>
        <p:spPr>
          <a:xfrm>
            <a:off x="8256240" y="1469326"/>
            <a:ext cx="2985951" cy="1200329"/>
          </a:xfrm>
          <a:prstGeom prst="rect">
            <a:avLst/>
          </a:prstGeom>
          <a:solidFill>
            <a:srgbClr val="00B0F0"/>
          </a:solidFill>
          <a:ln>
            <a:solidFill>
              <a:schemeClr val="tx1"/>
            </a:solidFill>
          </a:ln>
          <a:effectLst>
            <a:outerShdw blurRad="50800" dist="38100" dir="2700000" algn="tl" rotWithShape="0">
              <a:prstClr val="black">
                <a:alpha val="40000"/>
              </a:prstClr>
            </a:outerShdw>
          </a:effectLst>
        </p:spPr>
        <p:txBody>
          <a:bodyPr wrap="square">
            <a:spAutoFit/>
          </a:bodyPr>
          <a:lstStyle/>
          <a:p>
            <a:pPr eaLnBrk="1" hangingPunct="1">
              <a:defRPr/>
            </a:pPr>
            <a:r>
              <a:rPr lang="zh-CN" altLang="en-US" sz="2400" dirty="0">
                <a:latin typeface="微软雅黑" panose="020B0503020204020204" pitchFamily="34" charset="-122"/>
                <a:ea typeface="微软雅黑" panose="020B0503020204020204" pitchFamily="34" charset="-122"/>
              </a:rPr>
              <a:t>设计网络，利用</a:t>
            </a:r>
            <a:r>
              <a:rPr lang="en-US" altLang="zh-CN" sz="2400" dirty="0">
                <a:latin typeface="微软雅黑" panose="020B0503020204020204" pitchFamily="34" charset="-122"/>
                <a:ea typeface="微软雅黑" panose="020B0503020204020204" pitchFamily="34" charset="-122"/>
              </a:rPr>
              <a:t>Packet Tracer</a:t>
            </a:r>
            <a:r>
              <a:rPr lang="zh-CN" altLang="en-US" sz="2400" dirty="0">
                <a:latin typeface="微软雅黑" panose="020B0503020204020204" pitchFamily="34" charset="-122"/>
                <a:ea typeface="微软雅黑" panose="020B0503020204020204" pitchFamily="34" charset="-122"/>
              </a:rPr>
              <a:t>等工具模拟；撰写报告</a:t>
            </a:r>
          </a:p>
        </p:txBody>
      </p:sp>
      <p:sp>
        <p:nvSpPr>
          <p:cNvPr id="12" name="文本框 11">
            <a:extLst>
              <a:ext uri="{FF2B5EF4-FFF2-40B4-BE49-F238E27FC236}">
                <a16:creationId xmlns:a16="http://schemas.microsoft.com/office/drawing/2014/main" id="{D653480C-C72A-4BB9-BB86-602CD63C1275}"/>
              </a:ext>
            </a:extLst>
          </p:cNvPr>
          <p:cNvSpPr txBox="1"/>
          <p:nvPr/>
        </p:nvSpPr>
        <p:spPr>
          <a:xfrm>
            <a:off x="1199456" y="5376023"/>
            <a:ext cx="6768752" cy="1200329"/>
          </a:xfrm>
          <a:prstGeom prst="rect">
            <a:avLst/>
          </a:prstGeom>
          <a:noFill/>
        </p:spPr>
        <p:txBody>
          <a:bodyPr wrap="square">
            <a:spAutoFit/>
          </a:bodyPr>
          <a:lstStyle/>
          <a:p>
            <a:pPr marL="342900" indent="-342900">
              <a:buFont typeface="Wingdings" panose="05000000000000000000" pitchFamily="2" charset="2"/>
              <a:buChar char="l"/>
            </a:pPr>
            <a:r>
              <a:rPr lang="zh-CN" altLang="zh-CN" sz="2400" dirty="0">
                <a:effectLst/>
                <a:latin typeface="微软雅黑" panose="020B0503020204020204" pitchFamily="34" charset="-122"/>
                <a:ea typeface="微软雅黑" panose="020B0503020204020204" pitchFamily="34" charset="-122"/>
                <a:cs typeface="Times New Roman" panose="02020603050405020304" pitchFamily="18" charset="0"/>
              </a:rPr>
              <a:t>掌握计算机网络通信基础理论，独立设计并实现计算机网络软硬件系统，能够对通信过程以及网络故障进行分析；</a:t>
            </a:r>
            <a:endParaRPr lang="zh-CN" altLang="en-US" sz="2400" dirty="0"/>
          </a:p>
        </p:txBody>
      </p:sp>
      <p:sp>
        <p:nvSpPr>
          <p:cNvPr id="15" name="文本框 14">
            <a:extLst>
              <a:ext uri="{FF2B5EF4-FFF2-40B4-BE49-F238E27FC236}">
                <a16:creationId xmlns:a16="http://schemas.microsoft.com/office/drawing/2014/main" id="{53F06187-2769-4339-8C9C-D1CE064B2D10}"/>
              </a:ext>
            </a:extLst>
          </p:cNvPr>
          <p:cNvSpPr txBox="1"/>
          <p:nvPr/>
        </p:nvSpPr>
        <p:spPr>
          <a:xfrm>
            <a:off x="8040216" y="3160032"/>
            <a:ext cx="3862866" cy="3416320"/>
          </a:xfrm>
          <a:prstGeom prst="rect">
            <a:avLst/>
          </a:prstGeom>
          <a:noFill/>
        </p:spPr>
        <p:txBody>
          <a:bodyPr wrap="square">
            <a:spAutoFit/>
          </a:bodyPr>
          <a:lstStyle/>
          <a:p>
            <a:pPr marL="342900" indent="-342900">
              <a:buFont typeface="Wingdings" panose="05000000000000000000" pitchFamily="2" charset="2"/>
              <a:buChar char="l"/>
            </a:pPr>
            <a:r>
              <a:rPr lang="zh-CN" altLang="zh-CN" sz="2400" dirty="0">
                <a:effectLst/>
                <a:latin typeface="微软雅黑" panose="020B0503020204020204" pitchFamily="34" charset="-122"/>
                <a:ea typeface="微软雅黑" panose="020B0503020204020204" pitchFamily="34" charset="-122"/>
                <a:cs typeface="Times New Roman" panose="02020603050405020304" pitchFamily="18" charset="0"/>
              </a:rPr>
              <a:t>能够针对具体应用场景进行网络规划方案设计，并进行性能、安全等方面评价；</a:t>
            </a:r>
            <a:endParaRPr lang="en-US" altLang="zh-CN" sz="2400" dirty="0">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buFont typeface="Wingdings" panose="05000000000000000000" pitchFamily="2" charset="2"/>
              <a:buChar char="l"/>
            </a:pPr>
            <a:r>
              <a:rPr lang="zh-CN" altLang="zh-CN" sz="2400" dirty="0">
                <a:effectLst/>
                <a:latin typeface="微软雅黑" panose="020B0503020204020204" pitchFamily="34" charset="-122"/>
                <a:ea typeface="微软雅黑" panose="020B0503020204020204" pitchFamily="34" charset="-122"/>
                <a:cs typeface="Times New Roman" panose="02020603050405020304" pitchFamily="18" charset="0"/>
              </a:rPr>
              <a:t>能够撰写规范的计算机网络设计报告，及时了解计算机网络技术发展的趋势、新技术和新应用</a:t>
            </a:r>
            <a:endParaRPr lang="zh-CN" altLang="en-US" sz="2400" dirty="0"/>
          </a:p>
        </p:txBody>
      </p:sp>
      <p:sp>
        <p:nvSpPr>
          <p:cNvPr id="16" name="Text Box 6">
            <a:extLst>
              <a:ext uri="{FF2B5EF4-FFF2-40B4-BE49-F238E27FC236}">
                <a16:creationId xmlns:a16="http://schemas.microsoft.com/office/drawing/2014/main" id="{97932CD1-F7D2-41A0-B12A-FDF9D7155DBA}"/>
              </a:ext>
            </a:extLst>
          </p:cNvPr>
          <p:cNvSpPr txBox="1">
            <a:spLocks noChangeArrowheads="1"/>
          </p:cNvSpPr>
          <p:nvPr/>
        </p:nvSpPr>
        <p:spPr bwMode="auto">
          <a:xfrm>
            <a:off x="191344" y="97156"/>
            <a:ext cx="1094586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kumimoji="1" lang="zh-CN" altLang="en-US" sz="3200" dirty="0">
                <a:latin typeface="微软雅黑" panose="020B0503020204020204" pitchFamily="34" charset="-122"/>
                <a:ea typeface="微软雅黑" panose="020B0503020204020204" pitchFamily="34" charset="-122"/>
              </a:rPr>
              <a:t>教学目标及内容</a:t>
            </a:r>
            <a:r>
              <a:rPr kumimoji="1" lang="zh-CN" altLang="en-US" sz="2400" dirty="0">
                <a:latin typeface="微软雅黑" panose="020B0503020204020204" pitchFamily="34" charset="-122"/>
                <a:ea typeface="微软雅黑" panose="020B0503020204020204" pitchFamily="34" charset="-122"/>
              </a:rPr>
              <a:t>（学习理论</a:t>
            </a:r>
            <a:r>
              <a:rPr kumimoji="1" lang="en-US" altLang="zh-CN" sz="2400" dirty="0">
                <a:latin typeface="微软雅黑" panose="020B0503020204020204" pitchFamily="34" charset="-122"/>
                <a:ea typeface="微软雅黑" panose="020B0503020204020204" pitchFamily="34" charset="-122"/>
              </a:rPr>
              <a:t>-&gt;</a:t>
            </a:r>
            <a:r>
              <a:rPr kumimoji="1" lang="zh-CN" altLang="en-US" sz="2400" dirty="0">
                <a:latin typeface="微软雅黑" panose="020B0503020204020204" pitchFamily="34" charset="-122"/>
                <a:ea typeface="微软雅黑" panose="020B0503020204020204" pitchFamily="34" charset="-122"/>
              </a:rPr>
              <a:t>解决问题</a:t>
            </a:r>
            <a:r>
              <a:rPr kumimoji="1" lang="en-US" altLang="zh-CN" sz="2400" dirty="0">
                <a:latin typeface="微软雅黑" panose="020B0503020204020204" pitchFamily="34" charset="-122"/>
                <a:ea typeface="微软雅黑" panose="020B0503020204020204" pitchFamily="34" charset="-122"/>
              </a:rPr>
              <a:t>-&gt;</a:t>
            </a:r>
            <a:r>
              <a:rPr kumimoji="1" lang="zh-CN" altLang="en-US" sz="2400" dirty="0">
                <a:latin typeface="微软雅黑" panose="020B0503020204020204" pitchFamily="34" charset="-122"/>
                <a:ea typeface="微软雅黑" panose="020B0503020204020204" pitchFamily="34" charset="-122"/>
              </a:rPr>
              <a:t>撰写报告和跟踪趋势）</a:t>
            </a:r>
            <a:endParaRPr kumimoji="1" lang="zh-CN" altLang="en-US" sz="32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85618460"/>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6">
            <a:extLst>
              <a:ext uri="{FF2B5EF4-FFF2-40B4-BE49-F238E27FC236}">
                <a16:creationId xmlns:a16="http://schemas.microsoft.com/office/drawing/2014/main" id="{9FD2CB34-8CCA-4243-8412-C3F090D11980}"/>
              </a:ext>
            </a:extLst>
          </p:cNvPr>
          <p:cNvSpPr txBox="1">
            <a:spLocks noChangeArrowheads="1"/>
          </p:cNvSpPr>
          <p:nvPr/>
        </p:nvSpPr>
        <p:spPr bwMode="auto">
          <a:xfrm>
            <a:off x="191344" y="97156"/>
            <a:ext cx="1094586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kumimoji="1" lang="zh-CN" altLang="en-US" sz="3200" dirty="0">
                <a:latin typeface="微软雅黑" panose="020B0503020204020204" pitchFamily="34" charset="-122"/>
                <a:ea typeface="微软雅黑" panose="020B0503020204020204" pitchFamily="34" charset="-122"/>
              </a:rPr>
              <a:t>教学目标及内容</a:t>
            </a:r>
            <a:r>
              <a:rPr kumimoji="1" lang="zh-CN" altLang="en-US" sz="2400" dirty="0">
                <a:latin typeface="微软雅黑" panose="020B0503020204020204" pitchFamily="34" charset="-122"/>
                <a:ea typeface="微软雅黑" panose="020B0503020204020204" pitchFamily="34" charset="-122"/>
              </a:rPr>
              <a:t>（学习理论</a:t>
            </a:r>
            <a:r>
              <a:rPr kumimoji="1" lang="en-US" altLang="zh-CN" sz="2400" dirty="0">
                <a:latin typeface="微软雅黑" panose="020B0503020204020204" pitchFamily="34" charset="-122"/>
                <a:ea typeface="微软雅黑" panose="020B0503020204020204" pitchFamily="34" charset="-122"/>
              </a:rPr>
              <a:t>-&gt;</a:t>
            </a:r>
            <a:r>
              <a:rPr kumimoji="1" lang="zh-CN" altLang="en-US" sz="2400" dirty="0">
                <a:latin typeface="微软雅黑" panose="020B0503020204020204" pitchFamily="34" charset="-122"/>
                <a:ea typeface="微软雅黑" panose="020B0503020204020204" pitchFamily="34" charset="-122"/>
              </a:rPr>
              <a:t>解决问题</a:t>
            </a:r>
            <a:r>
              <a:rPr kumimoji="1" lang="en-US" altLang="zh-CN" sz="2400" dirty="0">
                <a:latin typeface="微软雅黑" panose="020B0503020204020204" pitchFamily="34" charset="-122"/>
                <a:ea typeface="微软雅黑" panose="020B0503020204020204" pitchFamily="34" charset="-122"/>
              </a:rPr>
              <a:t>-&gt;</a:t>
            </a:r>
            <a:r>
              <a:rPr kumimoji="1" lang="zh-CN" altLang="en-US" sz="2400" dirty="0">
                <a:latin typeface="微软雅黑" panose="020B0503020204020204" pitchFamily="34" charset="-122"/>
                <a:ea typeface="微软雅黑" panose="020B0503020204020204" pitchFamily="34" charset="-122"/>
              </a:rPr>
              <a:t>撰写报告和跟踪趋势）</a:t>
            </a:r>
            <a:endParaRPr kumimoji="1" lang="zh-CN" altLang="en-US" sz="3200"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10DBDDE0-9CC4-405A-834B-2F2D901D4F26}"/>
              </a:ext>
            </a:extLst>
          </p:cNvPr>
          <p:cNvSpPr txBox="1"/>
          <p:nvPr/>
        </p:nvSpPr>
        <p:spPr>
          <a:xfrm>
            <a:off x="299356" y="836712"/>
            <a:ext cx="11593288" cy="5800819"/>
          </a:xfrm>
          <a:prstGeom prst="rect">
            <a:avLst/>
          </a:prstGeom>
          <a:noFill/>
        </p:spPr>
        <p:txBody>
          <a:bodyPr wrap="square">
            <a:spAutoFit/>
          </a:bodyPr>
          <a:lstStyle/>
          <a:p>
            <a:pPr marL="457200" indent="-457200" algn="just">
              <a:lnSpc>
                <a:spcPct val="120000"/>
              </a:lnSpc>
              <a:buFont typeface="Wingdings" panose="05000000000000000000" pitchFamily="2" charset="2"/>
              <a:buChar char="l"/>
            </a:pPr>
            <a:r>
              <a:rPr lang="zh-CN" altLang="zh-CN" sz="2600" dirty="0">
                <a:effectLst/>
                <a:latin typeface="微软雅黑" panose="020B0503020204020204" pitchFamily="34" charset="-122"/>
                <a:ea typeface="微软雅黑" panose="020B0503020204020204" pitchFamily="34" charset="-122"/>
                <a:cs typeface="Times New Roman" panose="02020603050405020304" pitchFamily="18" charset="0"/>
              </a:rPr>
              <a:t>掌握计算机网络通信基础理论，独立设计并实现计算机网络软硬件系统，能够对通信过程以及网络故障进行分析；</a:t>
            </a:r>
            <a:r>
              <a:rPr lang="zh-CN" altLang="en-US" sz="2600" dirty="0">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600" dirty="0">
                <a:solidFill>
                  <a:srgbClr val="0070C0"/>
                </a:solidFill>
                <a:latin typeface="微软雅黑" panose="020B0503020204020204" pitchFamily="34" charset="-122"/>
                <a:ea typeface="微软雅黑" panose="020B0503020204020204" pitchFamily="34" charset="-122"/>
              </a:rPr>
              <a:t>1.计算机网络的基本概念、基本原理和基本方法。2.计算机网络的体系结构和典型网络协议，典型网络设备的组成和特点，典型网络设备的工作原理。</a:t>
            </a:r>
            <a:r>
              <a:rPr lang="en-US" altLang="zh-CN" sz="2600" dirty="0">
                <a:solidFill>
                  <a:srgbClr val="0070C0"/>
                </a:solidFill>
                <a:latin typeface="微软雅黑" panose="020B0503020204020204" pitchFamily="34" charset="-122"/>
                <a:ea typeface="微软雅黑" panose="020B0503020204020204" pitchFamily="34" charset="-122"/>
              </a:rPr>
              <a:t>3.</a:t>
            </a:r>
            <a:r>
              <a:rPr lang="zh-CN" altLang="en-US" sz="2600" dirty="0">
                <a:solidFill>
                  <a:srgbClr val="0070C0"/>
                </a:solidFill>
                <a:latin typeface="微软雅黑" panose="020B0503020204020204" pitchFamily="34" charset="-122"/>
                <a:ea typeface="微软雅黑" panose="020B0503020204020204" pitchFamily="34" charset="-122"/>
              </a:rPr>
              <a:t>利用工具软件进行</a:t>
            </a:r>
            <a:r>
              <a:rPr lang="zh-CN" altLang="zh-CN" sz="2600" dirty="0">
                <a:solidFill>
                  <a:srgbClr val="0070C0"/>
                </a:solidFill>
                <a:latin typeface="微软雅黑" panose="020B0503020204020204" pitchFamily="34" charset="-122"/>
                <a:ea typeface="微软雅黑" panose="020B0503020204020204" pitchFamily="34" charset="-122"/>
              </a:rPr>
              <a:t>网络</a:t>
            </a:r>
            <a:r>
              <a:rPr lang="zh-CN" altLang="en-US" sz="2600" dirty="0">
                <a:solidFill>
                  <a:srgbClr val="0070C0"/>
                </a:solidFill>
                <a:latin typeface="微软雅黑" panose="020B0503020204020204" pitchFamily="34" charset="-122"/>
                <a:ea typeface="微软雅黑" panose="020B0503020204020204" pitchFamily="34" charset="-122"/>
              </a:rPr>
              <a:t>数据分析，协助理解网络协议）</a:t>
            </a:r>
            <a:endParaRPr lang="en-US" altLang="zh-CN" sz="2600" dirty="0">
              <a:solidFill>
                <a:srgbClr val="0070C0"/>
              </a:solidFill>
              <a:latin typeface="微软雅黑" panose="020B0503020204020204" pitchFamily="34" charset="-122"/>
              <a:ea typeface="微软雅黑" panose="020B0503020204020204" pitchFamily="34" charset="-122"/>
            </a:endParaRPr>
          </a:p>
          <a:p>
            <a:pPr marL="457200" indent="-457200" algn="just">
              <a:lnSpc>
                <a:spcPct val="120000"/>
              </a:lnSpc>
              <a:buFont typeface="Wingdings" panose="05000000000000000000" pitchFamily="2" charset="2"/>
              <a:buChar char="l"/>
            </a:pPr>
            <a:endParaRPr lang="en-US" altLang="zh-CN" sz="2600" dirty="0">
              <a:solidFill>
                <a:srgbClr val="0070C0"/>
              </a:solidFill>
              <a:latin typeface="微软雅黑" panose="020B0503020204020204" pitchFamily="34" charset="-122"/>
              <a:ea typeface="微软雅黑" panose="020B0503020204020204" pitchFamily="34" charset="-122"/>
            </a:endParaRPr>
          </a:p>
          <a:p>
            <a:pPr marL="457200" indent="-457200" algn="just">
              <a:lnSpc>
                <a:spcPct val="120000"/>
              </a:lnSpc>
              <a:buFont typeface="Wingdings" panose="05000000000000000000" pitchFamily="2" charset="2"/>
              <a:buChar char="l"/>
            </a:pPr>
            <a:r>
              <a:rPr lang="zh-CN" altLang="zh-CN" sz="2600" dirty="0">
                <a:effectLst/>
                <a:latin typeface="微软雅黑" panose="020B0503020204020204" pitchFamily="34" charset="-122"/>
                <a:ea typeface="微软雅黑" panose="020B0503020204020204" pitchFamily="34" charset="-122"/>
                <a:cs typeface="Times New Roman" panose="02020603050405020304" pitchFamily="18" charset="0"/>
              </a:rPr>
              <a:t>能够针对具体应用场景进行网络规划方案设计，并进行性能、安全等方面评价；</a:t>
            </a:r>
            <a:r>
              <a:rPr lang="zh-CN" altLang="en-US" sz="2600" dirty="0">
                <a:solidFill>
                  <a:srgbClr val="0070C0"/>
                </a:solidFill>
                <a:latin typeface="微软雅黑" panose="020B0503020204020204" pitchFamily="34" charset="-122"/>
                <a:ea typeface="微软雅黑" panose="020B0503020204020204" pitchFamily="34" charset="-122"/>
              </a:rPr>
              <a:t>（网络系统的分析和设计，利用网络模拟工具软件进行实现和测试）</a:t>
            </a:r>
            <a:endParaRPr lang="en-US" altLang="zh-CN" sz="2600" dirty="0">
              <a:solidFill>
                <a:srgbClr val="0070C0"/>
              </a:solidFill>
              <a:latin typeface="微软雅黑" panose="020B0503020204020204" pitchFamily="34" charset="-122"/>
              <a:ea typeface="微软雅黑" panose="020B0503020204020204" pitchFamily="34" charset="-122"/>
            </a:endParaRPr>
          </a:p>
          <a:p>
            <a:pPr marL="457200" indent="-457200" algn="just">
              <a:lnSpc>
                <a:spcPct val="120000"/>
              </a:lnSpc>
              <a:buFont typeface="Wingdings" panose="05000000000000000000" pitchFamily="2" charset="2"/>
              <a:buChar char="l"/>
            </a:pPr>
            <a:endParaRPr lang="en-US" altLang="zh-CN" sz="2600" dirty="0">
              <a:solidFill>
                <a:srgbClr val="0070C0"/>
              </a:solidFill>
              <a:latin typeface="微软雅黑" panose="020B0503020204020204" pitchFamily="34" charset="-122"/>
              <a:ea typeface="微软雅黑" panose="020B0503020204020204" pitchFamily="34" charset="-122"/>
            </a:endParaRPr>
          </a:p>
          <a:p>
            <a:pPr marL="457200" indent="-457200" algn="just">
              <a:lnSpc>
                <a:spcPct val="120000"/>
              </a:lnSpc>
              <a:buFont typeface="Wingdings" panose="05000000000000000000" pitchFamily="2" charset="2"/>
              <a:buChar char="l"/>
            </a:pPr>
            <a:r>
              <a:rPr lang="zh-CN" altLang="zh-CN" sz="2600" dirty="0">
                <a:effectLst/>
                <a:latin typeface="微软雅黑" panose="020B0503020204020204" pitchFamily="34" charset="-122"/>
                <a:ea typeface="微软雅黑" panose="020B0503020204020204" pitchFamily="34" charset="-122"/>
                <a:cs typeface="Times New Roman" panose="02020603050405020304" pitchFamily="18" charset="0"/>
              </a:rPr>
              <a:t>能够撰写规范的计算机网络设计报告，及时了解计算机网络技术发展的趋势、新技术和新应用</a:t>
            </a:r>
            <a:r>
              <a:rPr lang="zh-CN" altLang="en-US" sz="2600" dirty="0">
                <a:solidFill>
                  <a:srgbClr val="0070C0"/>
                </a:solidFill>
                <a:latin typeface="微软雅黑" panose="020B0503020204020204" pitchFamily="34" charset="-122"/>
                <a:ea typeface="微软雅黑" panose="020B0503020204020204" pitchFamily="34" charset="-122"/>
              </a:rPr>
              <a:t>（</a:t>
            </a:r>
            <a:r>
              <a:rPr lang="en-US" altLang="zh-CN" sz="2600" dirty="0">
                <a:solidFill>
                  <a:srgbClr val="0070C0"/>
                </a:solidFill>
                <a:latin typeface="微软雅黑" panose="020B0503020204020204" pitchFamily="34" charset="-122"/>
                <a:ea typeface="微软雅黑" panose="020B0503020204020204" pitchFamily="34" charset="-122"/>
              </a:rPr>
              <a:t>1.</a:t>
            </a:r>
            <a:r>
              <a:rPr lang="zh-CN" altLang="en-US" sz="2600" dirty="0">
                <a:solidFill>
                  <a:srgbClr val="0070C0"/>
                </a:solidFill>
                <a:latin typeface="微软雅黑" panose="020B0503020204020204" pitchFamily="34" charset="-122"/>
                <a:ea typeface="微软雅黑" panose="020B0503020204020204" pitchFamily="34" charset="-122"/>
              </a:rPr>
              <a:t>熟悉软件设计报告的基本格式和规范，撰写规范的计算机网络设计报告；</a:t>
            </a:r>
            <a:r>
              <a:rPr lang="en-US" altLang="zh-CN" sz="2600" dirty="0">
                <a:solidFill>
                  <a:srgbClr val="0070C0"/>
                </a:solidFill>
                <a:latin typeface="微软雅黑" panose="020B0503020204020204" pitchFamily="34" charset="-122"/>
                <a:ea typeface="微软雅黑" panose="020B0503020204020204" pitchFamily="34" charset="-122"/>
              </a:rPr>
              <a:t>2.</a:t>
            </a:r>
            <a:r>
              <a:rPr lang="zh-CN" altLang="en-US" sz="2600" dirty="0">
                <a:solidFill>
                  <a:srgbClr val="0070C0"/>
                </a:solidFill>
                <a:latin typeface="微软雅黑" panose="020B0503020204020204" pitchFamily="34" charset="-122"/>
                <a:ea typeface="微软雅黑" panose="020B0503020204020204" pitchFamily="34" charset="-122"/>
              </a:rPr>
              <a:t> 阅读网络相关的英文文献，并从中获取信息）</a:t>
            </a: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FCEFCA91-F29B-4AF5-AEAF-18856215E962}"/>
              </a:ext>
            </a:extLst>
          </p:cNvPr>
          <p:cNvSpPr txBox="1">
            <a:spLocks noChangeArrowheads="1"/>
          </p:cNvSpPr>
          <p:nvPr/>
        </p:nvSpPr>
        <p:spPr>
          <a:xfrm>
            <a:off x="695400" y="991964"/>
            <a:ext cx="2016125" cy="6413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zh-CN" altLang="en-US" sz="3000" dirty="0">
                <a:highlight>
                  <a:srgbClr val="FFFF00"/>
                </a:highlight>
                <a:latin typeface="微软雅黑" panose="020B0503020204020204" pitchFamily="34" charset="-122"/>
                <a:ea typeface="微软雅黑" panose="020B0503020204020204" pitchFamily="34" charset="-122"/>
              </a:rPr>
              <a:t>参考书目：</a:t>
            </a:r>
          </a:p>
        </p:txBody>
      </p:sp>
      <p:sp>
        <p:nvSpPr>
          <p:cNvPr id="4" name="矩形 3">
            <a:extLst>
              <a:ext uri="{FF2B5EF4-FFF2-40B4-BE49-F238E27FC236}">
                <a16:creationId xmlns:a16="http://schemas.microsoft.com/office/drawing/2014/main" id="{A27A1551-1025-45F8-881F-3AB14068BD2B}"/>
              </a:ext>
            </a:extLst>
          </p:cNvPr>
          <p:cNvSpPr/>
          <p:nvPr/>
        </p:nvSpPr>
        <p:spPr>
          <a:xfrm>
            <a:off x="5951984" y="995362"/>
            <a:ext cx="1944216" cy="554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pPr eaLnBrk="1" hangingPunct="1">
              <a:defRPr/>
            </a:pPr>
            <a:r>
              <a:rPr lang="zh-CN" altLang="en-US" sz="3000" dirty="0">
                <a:solidFill>
                  <a:schemeClr val="tx2"/>
                </a:solidFill>
                <a:highlight>
                  <a:srgbClr val="FFFF00"/>
                </a:highlight>
                <a:latin typeface="微软雅黑" panose="020B0503020204020204" pitchFamily="34" charset="-122"/>
                <a:ea typeface="微软雅黑" panose="020B0503020204020204" pitchFamily="34" charset="-122"/>
                <a:cs typeface="+mj-cs"/>
              </a:rPr>
              <a:t>考试形式：</a:t>
            </a:r>
          </a:p>
        </p:txBody>
      </p:sp>
      <p:sp>
        <p:nvSpPr>
          <p:cNvPr id="5" name="矩形 4">
            <a:extLst>
              <a:ext uri="{FF2B5EF4-FFF2-40B4-BE49-F238E27FC236}">
                <a16:creationId xmlns:a16="http://schemas.microsoft.com/office/drawing/2014/main" id="{FC874448-5A58-4DD2-93B0-9D3A44F4C84F}"/>
              </a:ext>
            </a:extLst>
          </p:cNvPr>
          <p:cNvSpPr>
            <a:spLocks noChangeArrowheads="1"/>
          </p:cNvSpPr>
          <p:nvPr/>
        </p:nvSpPr>
        <p:spPr bwMode="auto">
          <a:xfrm>
            <a:off x="5735960" y="1710856"/>
            <a:ext cx="6553373" cy="1955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Verdana" panose="020B0604030504040204" pitchFamily="34" charset="0"/>
                <a:ea typeface="黑体" panose="02010609060101010101" pitchFamily="49" charset="-122"/>
              </a:defRPr>
            </a:lvl1pPr>
            <a:lvl2pPr marL="742950" indent="-285750">
              <a:defRPr>
                <a:solidFill>
                  <a:schemeClr val="tx1"/>
                </a:solidFill>
                <a:latin typeface="Verdana" panose="020B0604030504040204" pitchFamily="34" charset="0"/>
                <a:ea typeface="黑体" panose="02010609060101010101" pitchFamily="49" charset="-122"/>
              </a:defRPr>
            </a:lvl2pPr>
            <a:lvl3pPr marL="1143000" indent="-228600">
              <a:defRPr>
                <a:solidFill>
                  <a:schemeClr val="tx1"/>
                </a:solidFill>
                <a:latin typeface="Verdana" panose="020B0604030504040204" pitchFamily="34" charset="0"/>
                <a:ea typeface="黑体" panose="02010609060101010101" pitchFamily="49" charset="-122"/>
              </a:defRPr>
            </a:lvl3pPr>
            <a:lvl4pPr marL="1600200" indent="-228600">
              <a:defRPr>
                <a:solidFill>
                  <a:schemeClr val="tx1"/>
                </a:solidFill>
                <a:latin typeface="Verdana" panose="020B0604030504040204" pitchFamily="34" charset="0"/>
                <a:ea typeface="黑体" panose="02010609060101010101" pitchFamily="49" charset="-122"/>
              </a:defRPr>
            </a:lvl4pPr>
            <a:lvl5pPr marL="2057400" indent="-228600">
              <a:defRPr>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9pPr>
          </a:lstStyle>
          <a:p>
            <a:pPr>
              <a:lnSpc>
                <a:spcPct val="150000"/>
              </a:lnSpc>
              <a:buFont typeface="Wingdings" panose="05000000000000000000" pitchFamily="2" charset="2"/>
              <a:buChar char="l"/>
            </a:pPr>
            <a:r>
              <a:rPr lang="zh-CN" altLang="en-US" sz="2800" dirty="0">
                <a:latin typeface="微软雅黑" panose="020B0503020204020204" pitchFamily="34" charset="-122"/>
                <a:ea typeface="微软雅黑" panose="020B0503020204020204" pitchFamily="34" charset="-122"/>
              </a:rPr>
              <a:t>平时：</a:t>
            </a:r>
            <a:r>
              <a:rPr lang="en-US" altLang="zh-CN" sz="2800" dirty="0">
                <a:latin typeface="微软雅黑" panose="020B0503020204020204" pitchFamily="34" charset="-122"/>
                <a:ea typeface="微软雅黑" panose="020B0503020204020204" pitchFamily="34" charset="-122"/>
              </a:rPr>
              <a:t>20%</a:t>
            </a:r>
            <a:r>
              <a:rPr lang="zh-CN" altLang="en-US" sz="2800" dirty="0">
                <a:latin typeface="微软雅黑" panose="020B0503020204020204" pitchFamily="34" charset="-122"/>
                <a:ea typeface="微软雅黑" panose="020B0503020204020204" pitchFamily="34" charset="-122"/>
              </a:rPr>
              <a:t>（作业，</a:t>
            </a:r>
            <a:r>
              <a:rPr lang="zh-CN" altLang="en-US" dirty="0">
                <a:latin typeface="微软雅黑" panose="020B0503020204020204" pitchFamily="34" charset="-122"/>
                <a:ea typeface="微软雅黑" panose="020B0503020204020204" pitchFamily="34" charset="-122"/>
              </a:rPr>
              <a:t>课堂讨论</a:t>
            </a:r>
            <a:r>
              <a:rPr lang="en-US" altLang="zh-CN" sz="2800" dirty="0">
                <a:latin typeface="微软雅黑" panose="020B0503020204020204" pitchFamily="34" charset="-122"/>
                <a:ea typeface="微软雅黑" panose="020B0503020204020204" pitchFamily="34" charset="-122"/>
              </a:rPr>
              <a:t>)</a:t>
            </a:r>
          </a:p>
          <a:p>
            <a:pPr>
              <a:lnSpc>
                <a:spcPct val="150000"/>
              </a:lnSpc>
              <a:buFont typeface="Wingdings" panose="05000000000000000000" pitchFamily="2" charset="2"/>
              <a:buChar char="l"/>
            </a:pPr>
            <a:r>
              <a:rPr lang="zh-CN" altLang="en-US" sz="2800" dirty="0">
                <a:latin typeface="微软雅黑" panose="020B0503020204020204" pitchFamily="34" charset="-122"/>
                <a:ea typeface="微软雅黑" panose="020B0503020204020204" pitchFamily="34" charset="-122"/>
              </a:rPr>
              <a:t>期中：</a:t>
            </a:r>
            <a:r>
              <a:rPr lang="en-US" altLang="zh-CN" sz="2800" dirty="0">
                <a:latin typeface="微软雅黑" panose="020B0503020204020204" pitchFamily="34" charset="-122"/>
                <a:ea typeface="微软雅黑" panose="020B0503020204020204" pitchFamily="34" charset="-122"/>
              </a:rPr>
              <a:t>20%</a:t>
            </a:r>
          </a:p>
          <a:p>
            <a:pPr>
              <a:lnSpc>
                <a:spcPct val="150000"/>
              </a:lnSpc>
              <a:buFont typeface="Wingdings" panose="05000000000000000000" pitchFamily="2" charset="2"/>
              <a:buChar char="l"/>
            </a:pPr>
            <a:r>
              <a:rPr lang="zh-CN" altLang="en-US" sz="2800" dirty="0">
                <a:latin typeface="微软雅黑" panose="020B0503020204020204" pitchFamily="34" charset="-122"/>
                <a:ea typeface="微软雅黑" panose="020B0503020204020204" pitchFamily="34" charset="-122"/>
              </a:rPr>
              <a:t>期末：</a:t>
            </a:r>
            <a:r>
              <a:rPr lang="en-US" altLang="zh-CN" sz="2800" dirty="0">
                <a:latin typeface="微软雅黑" panose="020B0503020204020204" pitchFamily="34" charset="-122"/>
                <a:ea typeface="微软雅黑" panose="020B0503020204020204" pitchFamily="34" charset="-122"/>
              </a:rPr>
              <a:t>60%</a:t>
            </a:r>
            <a:r>
              <a:rPr lang="zh-CN" altLang="en-US" sz="2800" dirty="0">
                <a:latin typeface="微软雅黑" panose="020B0503020204020204" pitchFamily="34" charset="-122"/>
                <a:ea typeface="微软雅黑" panose="020B0503020204020204" pitchFamily="34" charset="-122"/>
              </a:rPr>
              <a:t>（期末）</a:t>
            </a:r>
          </a:p>
        </p:txBody>
      </p:sp>
      <p:pic>
        <p:nvPicPr>
          <p:cNvPr id="3074" name="Picture 2">
            <a:extLst>
              <a:ext uri="{FF2B5EF4-FFF2-40B4-BE49-F238E27FC236}">
                <a16:creationId xmlns:a16="http://schemas.microsoft.com/office/drawing/2014/main" id="{D8AB9718-89B2-4557-8763-B6898A0EBB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1424" y="1590540"/>
            <a:ext cx="1800101" cy="2619620"/>
          </a:xfrm>
          <a:prstGeom prst="rect">
            <a:avLst/>
          </a:prstGeom>
          <a:noFill/>
          <a:extLst>
            <a:ext uri="{909E8E84-426E-40DD-AFC4-6F175D3DCCD1}">
              <a14:hiddenFill xmlns:a14="http://schemas.microsoft.com/office/drawing/2010/main">
                <a:solidFill>
                  <a:srgbClr val="FFFFFF"/>
                </a:solidFill>
              </a14:hiddenFill>
            </a:ext>
          </a:extLst>
        </p:spPr>
      </p:pic>
      <p:pic>
        <p:nvPicPr>
          <p:cNvPr id="7" name="图片 6">
            <a:extLst>
              <a:ext uri="{FF2B5EF4-FFF2-40B4-BE49-F238E27FC236}">
                <a16:creationId xmlns:a16="http://schemas.microsoft.com/office/drawing/2014/main" id="{166622DB-2070-4B06-BC12-827AC6A38D35}"/>
              </a:ext>
            </a:extLst>
          </p:cNvPr>
          <p:cNvPicPr>
            <a:picLocks noChangeAspect="1"/>
          </p:cNvPicPr>
          <p:nvPr/>
        </p:nvPicPr>
        <p:blipFill>
          <a:blip r:embed="rId3"/>
          <a:stretch>
            <a:fillRect/>
          </a:stretch>
        </p:blipFill>
        <p:spPr>
          <a:xfrm>
            <a:off x="2917639" y="1590540"/>
            <a:ext cx="2114260" cy="2619620"/>
          </a:xfrm>
          <a:prstGeom prst="rect">
            <a:avLst/>
          </a:prstGeom>
        </p:spPr>
      </p:pic>
      <p:sp>
        <p:nvSpPr>
          <p:cNvPr id="12" name="矩形 11">
            <a:extLst>
              <a:ext uri="{FF2B5EF4-FFF2-40B4-BE49-F238E27FC236}">
                <a16:creationId xmlns:a16="http://schemas.microsoft.com/office/drawing/2014/main" id="{D542FBBD-388C-4D72-B87A-C625EA252052}"/>
              </a:ext>
            </a:extLst>
          </p:cNvPr>
          <p:cNvSpPr/>
          <p:nvPr/>
        </p:nvSpPr>
        <p:spPr>
          <a:xfrm>
            <a:off x="5951984" y="4067586"/>
            <a:ext cx="1944216" cy="554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pPr eaLnBrk="1" hangingPunct="1">
              <a:defRPr/>
            </a:pPr>
            <a:r>
              <a:rPr lang="zh-CN" altLang="en-US" sz="3000" dirty="0">
                <a:solidFill>
                  <a:schemeClr val="tx2"/>
                </a:solidFill>
                <a:highlight>
                  <a:srgbClr val="FFFF00"/>
                </a:highlight>
                <a:latin typeface="微软雅黑" panose="020B0503020204020204" pitchFamily="34" charset="-122"/>
                <a:ea typeface="微软雅黑" panose="020B0503020204020204" pitchFamily="34" charset="-122"/>
                <a:cs typeface="+mj-cs"/>
              </a:rPr>
              <a:t>在线资源：</a:t>
            </a:r>
          </a:p>
        </p:txBody>
      </p:sp>
      <p:pic>
        <p:nvPicPr>
          <p:cNvPr id="9" name="图片 8">
            <a:extLst>
              <a:ext uri="{FF2B5EF4-FFF2-40B4-BE49-F238E27FC236}">
                <a16:creationId xmlns:a16="http://schemas.microsoft.com/office/drawing/2014/main" id="{8E9246A1-E9E8-4FB0-83C9-955B2B807F4D}"/>
              </a:ext>
            </a:extLst>
          </p:cNvPr>
          <p:cNvPicPr>
            <a:picLocks noChangeAspect="1"/>
          </p:cNvPicPr>
          <p:nvPr/>
        </p:nvPicPr>
        <p:blipFill>
          <a:blip r:embed="rId4"/>
          <a:stretch>
            <a:fillRect/>
          </a:stretch>
        </p:blipFill>
        <p:spPr>
          <a:xfrm>
            <a:off x="9624392" y="4036840"/>
            <a:ext cx="1216565" cy="1303463"/>
          </a:xfrm>
          <a:prstGeom prst="rect">
            <a:avLst/>
          </a:prstGeom>
        </p:spPr>
      </p:pic>
      <p:sp>
        <p:nvSpPr>
          <p:cNvPr id="15" name="矩形 14">
            <a:extLst>
              <a:ext uri="{FF2B5EF4-FFF2-40B4-BE49-F238E27FC236}">
                <a16:creationId xmlns:a16="http://schemas.microsoft.com/office/drawing/2014/main" id="{A45A7C45-9507-43BC-AD87-29CC675F5709}"/>
              </a:ext>
            </a:extLst>
          </p:cNvPr>
          <p:cNvSpPr>
            <a:spLocks noChangeArrowheads="1"/>
          </p:cNvSpPr>
          <p:nvPr/>
        </p:nvSpPr>
        <p:spPr bwMode="auto">
          <a:xfrm>
            <a:off x="5951984" y="4688571"/>
            <a:ext cx="4796234" cy="1308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Verdana" panose="020B0604030504040204" pitchFamily="34" charset="0"/>
                <a:ea typeface="黑体" panose="02010609060101010101" pitchFamily="49" charset="-122"/>
              </a:defRPr>
            </a:lvl1pPr>
            <a:lvl2pPr marL="742950" indent="-285750">
              <a:defRPr>
                <a:solidFill>
                  <a:schemeClr val="tx1"/>
                </a:solidFill>
                <a:latin typeface="Verdana" panose="020B0604030504040204" pitchFamily="34" charset="0"/>
                <a:ea typeface="黑体" panose="02010609060101010101" pitchFamily="49" charset="-122"/>
              </a:defRPr>
            </a:lvl2pPr>
            <a:lvl3pPr marL="1143000" indent="-228600">
              <a:defRPr>
                <a:solidFill>
                  <a:schemeClr val="tx1"/>
                </a:solidFill>
                <a:latin typeface="Verdana" panose="020B0604030504040204" pitchFamily="34" charset="0"/>
                <a:ea typeface="黑体" panose="02010609060101010101" pitchFamily="49" charset="-122"/>
              </a:defRPr>
            </a:lvl3pPr>
            <a:lvl4pPr marL="1600200" indent="-228600">
              <a:defRPr>
                <a:solidFill>
                  <a:schemeClr val="tx1"/>
                </a:solidFill>
                <a:latin typeface="Verdana" panose="020B0604030504040204" pitchFamily="34" charset="0"/>
                <a:ea typeface="黑体" panose="02010609060101010101" pitchFamily="49" charset="-122"/>
              </a:defRPr>
            </a:lvl4pPr>
            <a:lvl5pPr marL="2057400" indent="-228600">
              <a:defRPr>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9pPr>
          </a:lstStyle>
          <a:p>
            <a:pPr>
              <a:lnSpc>
                <a:spcPct val="150000"/>
              </a:lnSpc>
              <a:buFont typeface="Wingdings" panose="05000000000000000000" pitchFamily="2" charset="2"/>
              <a:buChar char="l"/>
            </a:pPr>
            <a:r>
              <a:rPr lang="en-US" altLang="zh-CN" dirty="0">
                <a:latin typeface="微软雅黑" panose="020B0503020204020204" pitchFamily="34" charset="-122"/>
                <a:ea typeface="微软雅黑" panose="020B0503020204020204" pitchFamily="34" charset="-122"/>
              </a:rPr>
              <a:t>B</a:t>
            </a:r>
            <a:r>
              <a:rPr lang="zh-CN" altLang="en-US" dirty="0">
                <a:latin typeface="微软雅黑" panose="020B0503020204020204" pitchFamily="34" charset="-122"/>
                <a:ea typeface="微软雅黑" panose="020B0503020204020204" pitchFamily="34" charset="-122"/>
              </a:rPr>
              <a:t>站：湖科大教书匠</a:t>
            </a:r>
            <a:endParaRPr lang="en-US" altLang="zh-CN" dirty="0">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l"/>
            </a:pPr>
            <a:r>
              <a:rPr lang="zh-CN" altLang="en-US" sz="2800" dirty="0">
                <a:latin typeface="微软雅黑" panose="020B0503020204020204" pitchFamily="34" charset="-122"/>
                <a:ea typeface="微软雅黑" panose="020B0503020204020204" pitchFamily="34" charset="-122"/>
              </a:rPr>
              <a:t>河海课堂在线</a:t>
            </a:r>
          </a:p>
        </p:txBody>
      </p:sp>
      <p:pic>
        <p:nvPicPr>
          <p:cNvPr id="6" name="图片 5">
            <a:extLst>
              <a:ext uri="{FF2B5EF4-FFF2-40B4-BE49-F238E27FC236}">
                <a16:creationId xmlns:a16="http://schemas.microsoft.com/office/drawing/2014/main" id="{B8E8D4EC-456C-4E12-ABAA-1408551FA4FD}"/>
              </a:ext>
            </a:extLst>
          </p:cNvPr>
          <p:cNvPicPr>
            <a:picLocks noChangeAspect="1"/>
          </p:cNvPicPr>
          <p:nvPr/>
        </p:nvPicPr>
        <p:blipFill>
          <a:blip r:embed="rId5"/>
          <a:stretch>
            <a:fillRect/>
          </a:stretch>
        </p:blipFill>
        <p:spPr>
          <a:xfrm>
            <a:off x="902617" y="4364799"/>
            <a:ext cx="1808907" cy="2160546"/>
          </a:xfrm>
          <a:prstGeom prst="rect">
            <a:avLst/>
          </a:prstGeom>
          <a:effectLst>
            <a:outerShdw blurRad="50800" dist="38100" dir="13500000" algn="br" rotWithShape="0">
              <a:prstClr val="black">
                <a:alpha val="40000"/>
              </a:prstClr>
            </a:outerShdw>
          </a:effectLst>
        </p:spPr>
      </p:pic>
    </p:spTree>
    <p:extLst>
      <p:ext uri="{BB962C8B-B14F-4D97-AF65-F5344CB8AC3E}">
        <p14:creationId xmlns:p14="http://schemas.microsoft.com/office/powerpoint/2010/main" val="50689778"/>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a:extLst>
              <a:ext uri="{FF2B5EF4-FFF2-40B4-BE49-F238E27FC236}">
                <a16:creationId xmlns:a16="http://schemas.microsoft.com/office/drawing/2014/main" id="{1B5C9467-48E2-4A3B-B5D7-A1F53F303184}"/>
              </a:ext>
            </a:extLst>
          </p:cNvPr>
          <p:cNvSpPr txBox="1">
            <a:spLocks noChangeArrowheads="1"/>
          </p:cNvSpPr>
          <p:nvPr/>
        </p:nvSpPr>
        <p:spPr bwMode="auto">
          <a:xfrm>
            <a:off x="3431704" y="1340768"/>
            <a:ext cx="5473700" cy="64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zh-CN" altLang="en-US" sz="3600" b="1" dirty="0">
                <a:latin typeface="微软雅黑" panose="020B0503020204020204" pitchFamily="34" charset="-122"/>
                <a:ea typeface="微软雅黑" panose="020B0503020204020204" pitchFamily="34" charset="-122"/>
              </a:rPr>
              <a:t>第一章  计算机网络概述</a:t>
            </a:r>
          </a:p>
        </p:txBody>
      </p:sp>
      <p:sp>
        <p:nvSpPr>
          <p:cNvPr id="4" name="文本框 3">
            <a:extLst>
              <a:ext uri="{FF2B5EF4-FFF2-40B4-BE49-F238E27FC236}">
                <a16:creationId xmlns:a16="http://schemas.microsoft.com/office/drawing/2014/main" id="{54F53E0A-55B4-4E8D-A215-258AEDA04728}"/>
              </a:ext>
            </a:extLst>
          </p:cNvPr>
          <p:cNvSpPr txBox="1"/>
          <p:nvPr/>
        </p:nvSpPr>
        <p:spPr>
          <a:xfrm>
            <a:off x="3359696" y="2636912"/>
            <a:ext cx="6336704" cy="1955215"/>
          </a:xfrm>
          <a:prstGeom prst="rect">
            <a:avLst/>
          </a:prstGeom>
          <a:noFill/>
        </p:spPr>
        <p:txBody>
          <a:bodyPr wrap="square">
            <a:spAutoFit/>
          </a:bodyPr>
          <a:lstStyle/>
          <a:p>
            <a:pPr>
              <a:lnSpc>
                <a:spcPct val="150000"/>
              </a:lnSpc>
            </a:pPr>
            <a:r>
              <a:rPr lang="zh-CN" altLang="en-US" sz="2800" dirty="0">
                <a:latin typeface="微软雅黑" panose="020B0503020204020204" pitchFamily="34" charset="-122"/>
                <a:ea typeface="微软雅黑" panose="020B0503020204020204" pitchFamily="34" charset="-122"/>
              </a:rPr>
              <a:t>1.计算机网络的发展</a:t>
            </a:r>
            <a:endParaRPr lang="en-US" altLang="zh-CN" sz="2800"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2.</a:t>
            </a:r>
            <a:r>
              <a:rPr lang="zh-CN" altLang="en-US" sz="2800" dirty="0">
                <a:latin typeface="微软雅黑" panose="020B0503020204020204" pitchFamily="34" charset="-122"/>
                <a:ea typeface="微软雅黑" panose="020B0503020204020204" pitchFamily="34" charset="-122"/>
              </a:rPr>
              <a:t>计算机网络的定义、组成与功能     </a:t>
            </a:r>
            <a:endParaRPr lang="en-US" altLang="zh-CN" sz="2800" dirty="0">
              <a:latin typeface="微软雅黑" panose="020B0503020204020204" pitchFamily="34" charset="-122"/>
              <a:ea typeface="微软雅黑" panose="020B0503020204020204" pitchFamily="34" charset="-122"/>
            </a:endParaRPr>
          </a:p>
          <a:p>
            <a:pPr>
              <a:lnSpc>
                <a:spcPct val="150000"/>
              </a:lnSpc>
            </a:pPr>
            <a:r>
              <a:rPr lang="en-US" altLang="zh-CN" sz="2800" dirty="0">
                <a:latin typeface="微软雅黑" panose="020B0503020204020204" pitchFamily="34" charset="-122"/>
                <a:ea typeface="微软雅黑" panose="020B0503020204020204" pitchFamily="34" charset="-122"/>
              </a:rPr>
              <a:t>3</a:t>
            </a:r>
            <a:r>
              <a:rPr lang="zh-CN" altLang="en-US" sz="2800" dirty="0">
                <a:latin typeface="微软雅黑" panose="020B0503020204020204" pitchFamily="34" charset="-122"/>
                <a:ea typeface="微软雅黑" panose="020B0503020204020204" pitchFamily="34" charset="-122"/>
              </a:rPr>
              <a:t>.计算机网络的</a:t>
            </a:r>
            <a:r>
              <a:rPr lang="zh-CN" altLang="en-US" sz="2800">
                <a:latin typeface="微软雅黑" panose="020B0503020204020204" pitchFamily="34" charset="-122"/>
                <a:ea typeface="微软雅黑" panose="020B0503020204020204" pitchFamily="34" charset="-122"/>
              </a:rPr>
              <a:t>分类    </a:t>
            </a:r>
            <a:endParaRPr lang="en-US" altLang="zh-CN" sz="28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08385003"/>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CF4A4027-BEAD-4C3E-B9D6-C245F5B8DC0F}"/>
              </a:ext>
            </a:extLst>
          </p:cNvPr>
          <p:cNvSpPr txBox="1">
            <a:spLocks noChangeArrowheads="1"/>
          </p:cNvSpPr>
          <p:nvPr/>
        </p:nvSpPr>
        <p:spPr>
          <a:xfrm>
            <a:off x="191344" y="260648"/>
            <a:ext cx="3762375" cy="46831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80000"/>
              </a:lnSpc>
              <a:spcBef>
                <a:spcPct val="50000"/>
              </a:spcBef>
              <a:spcAft>
                <a:spcPts val="0"/>
              </a:spcAft>
            </a:pP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1.1</a:t>
            </a:r>
            <a:r>
              <a:rPr kumimoji="1" lang="en-US" altLang="zh-CN" sz="2800" b="1">
                <a:latin typeface="黑体" panose="02010609060101010101" pitchFamily="49" charset="-122"/>
                <a:ea typeface="黑体" panose="02010609060101010101" pitchFamily="49" charset="-122"/>
                <a:cs typeface="Times New Roman" panose="02020603050405020304" pitchFamily="18" charset="0"/>
              </a:rPr>
              <a:t> </a:t>
            </a:r>
            <a:r>
              <a:rPr kumimoji="1" lang="zh-CN" altLang="en-US" sz="2800">
                <a:latin typeface="微软雅黑" panose="020B0503020204020204" pitchFamily="34" charset="-122"/>
                <a:ea typeface="微软雅黑" panose="020B0503020204020204" pitchFamily="34" charset="-122"/>
                <a:cs typeface="Times New Roman" panose="02020603050405020304" pitchFamily="18" charset="0"/>
              </a:rPr>
              <a:t>计算机网络的发展</a:t>
            </a:r>
            <a:endParaRPr kumimoji="1" lang="zh-CN" altLang="en-US" sz="2800" b="1" dirty="0">
              <a:latin typeface="黑体" panose="02010609060101010101" pitchFamily="49" charset="-122"/>
              <a:ea typeface="黑体" panose="02010609060101010101" pitchFamily="49" charset="-122"/>
              <a:cs typeface="Times New Roman" panose="02020603050405020304" pitchFamily="18" charset="0"/>
            </a:endParaRPr>
          </a:p>
        </p:txBody>
      </p:sp>
      <p:sp>
        <p:nvSpPr>
          <p:cNvPr id="3" name="Text Box 2">
            <a:extLst>
              <a:ext uri="{FF2B5EF4-FFF2-40B4-BE49-F238E27FC236}">
                <a16:creationId xmlns:a16="http://schemas.microsoft.com/office/drawing/2014/main" id="{3FA95C9E-2930-4C27-880A-9D15BD1D0CB3}"/>
              </a:ext>
            </a:extLst>
          </p:cNvPr>
          <p:cNvSpPr txBox="1">
            <a:spLocks noChangeArrowheads="1"/>
          </p:cNvSpPr>
          <p:nvPr/>
        </p:nvSpPr>
        <p:spPr bwMode="auto">
          <a:xfrm>
            <a:off x="623392" y="1124744"/>
            <a:ext cx="11347450" cy="1384300"/>
          </a:xfrm>
          <a:prstGeom prst="rect">
            <a:avLst/>
          </a:prstGeom>
          <a:noFill/>
          <a:ln>
            <a:noFill/>
          </a:ln>
          <a:effectLst>
            <a:prstShdw prst="shdw18" dist="17961" dir="135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cap="sq">
                <a:solidFill>
                  <a:schemeClr val="hlink"/>
                </a:solidFill>
                <a:miter lim="800000"/>
                <a:headEnd type="none" w="sm" len="sm"/>
                <a:tailEnd type="none" w="sm" len="sm"/>
              </a14:hiddenLine>
            </a:ext>
          </a:extLst>
        </p:spPr>
        <p:txBody>
          <a:bodyPr anchor="ctr">
            <a:spAutoFit/>
          </a:bodyPr>
          <a:lstStyle/>
          <a:p>
            <a:pPr algn="just">
              <a:spcBef>
                <a:spcPct val="50000"/>
              </a:spcBef>
              <a:defRPr/>
            </a:pPr>
            <a:r>
              <a:rPr kumimoji="1" lang="zh-CN" altLang="en-US" sz="2400" dirty="0">
                <a:solidFill>
                  <a:srgbClr val="0070C0"/>
                </a:solidFill>
                <a:latin typeface="微软雅黑" panose="020B0503020204020204" pitchFamily="34" charset="-122"/>
                <a:ea typeface="微软雅黑" panose="020B0503020204020204" pitchFamily="34" charset="-122"/>
              </a:rPr>
              <a:t>（</a:t>
            </a:r>
            <a:r>
              <a:rPr kumimoji="1" lang="en-US" altLang="zh-CN" sz="2400" dirty="0">
                <a:solidFill>
                  <a:srgbClr val="0070C0"/>
                </a:solidFill>
                <a:latin typeface="微软雅黑" panose="020B0503020204020204" pitchFamily="34" charset="-122"/>
                <a:ea typeface="微软雅黑" panose="020B0503020204020204" pitchFamily="34" charset="-122"/>
              </a:rPr>
              <a:t>1</a:t>
            </a:r>
            <a:r>
              <a:rPr kumimoji="1" lang="zh-CN" altLang="en-US" sz="2400" dirty="0">
                <a:solidFill>
                  <a:srgbClr val="0070C0"/>
                </a:solidFill>
                <a:latin typeface="微软雅黑" panose="020B0503020204020204" pitchFamily="34" charset="-122"/>
                <a:ea typeface="微软雅黑" panose="020B0503020204020204" pitchFamily="34" charset="-122"/>
              </a:rPr>
              <a:t>）第一阶段（雏形）：面向终端的单主机互连</a:t>
            </a:r>
          </a:p>
          <a:p>
            <a:pPr algn="just">
              <a:spcBef>
                <a:spcPct val="50000"/>
              </a:spcBef>
              <a:defRPr/>
            </a:pPr>
            <a:r>
              <a:rPr kumimoji="1" lang="zh-CN" altLang="en-US" sz="2400" dirty="0">
                <a:latin typeface="微软雅黑" panose="020B0503020204020204" pitchFamily="34" charset="-122"/>
                <a:ea typeface="微软雅黑" panose="020B0503020204020204" pitchFamily="34" charset="-122"/>
              </a:rPr>
              <a:t>通过收发器实现了远程终端与计算机相连。解决了多个用户共享主机资源的问题。终端为哑终端，没有自己的</a:t>
            </a:r>
            <a:r>
              <a:rPr kumimoji="1" lang="en-US" altLang="zh-CN" sz="2400" dirty="0">
                <a:latin typeface="微软雅黑" panose="020B0503020204020204" pitchFamily="34" charset="-122"/>
                <a:ea typeface="微软雅黑" panose="020B0503020204020204" pitchFamily="34" charset="-122"/>
              </a:rPr>
              <a:t>CPU</a:t>
            </a:r>
            <a:r>
              <a:rPr kumimoji="1" lang="zh-CN" altLang="en-US" sz="2400" dirty="0">
                <a:latin typeface="微软雅黑" panose="020B0503020204020204" pitchFamily="34" charset="-122"/>
                <a:ea typeface="微软雅黑" panose="020B0503020204020204" pitchFamily="34" charset="-122"/>
              </a:rPr>
              <a:t>、内存和硬盘，没有处能力。</a:t>
            </a:r>
          </a:p>
        </p:txBody>
      </p:sp>
      <p:grpSp>
        <p:nvGrpSpPr>
          <p:cNvPr id="4" name="Group 51">
            <a:extLst>
              <a:ext uri="{FF2B5EF4-FFF2-40B4-BE49-F238E27FC236}">
                <a16:creationId xmlns:a16="http://schemas.microsoft.com/office/drawing/2014/main" id="{C66F3E4F-2DDC-4164-B9C8-35B7B276A6C2}"/>
              </a:ext>
            </a:extLst>
          </p:cNvPr>
          <p:cNvGrpSpPr>
            <a:grpSpLocks/>
          </p:cNvGrpSpPr>
          <p:nvPr/>
        </p:nvGrpSpPr>
        <p:grpSpPr bwMode="auto">
          <a:xfrm>
            <a:off x="4241304" y="2837656"/>
            <a:ext cx="3860800" cy="2136775"/>
            <a:chOff x="1056" y="1392"/>
            <a:chExt cx="3173" cy="984"/>
          </a:xfrm>
        </p:grpSpPr>
        <p:pic>
          <p:nvPicPr>
            <p:cNvPr id="5" name="Picture 52">
              <a:extLst>
                <a:ext uri="{FF2B5EF4-FFF2-40B4-BE49-F238E27FC236}">
                  <a16:creationId xmlns:a16="http://schemas.microsoft.com/office/drawing/2014/main" id="{B84DD2D9-8431-4B8F-A482-4070897AD94F}"/>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5" y="1564"/>
              <a:ext cx="358" cy="5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53">
              <a:extLst>
                <a:ext uri="{FF2B5EF4-FFF2-40B4-BE49-F238E27FC236}">
                  <a16:creationId xmlns:a16="http://schemas.microsoft.com/office/drawing/2014/main" id="{F492F07A-BDF7-410C-AC6B-7F89F84C3410}"/>
                </a:ext>
              </a:extLst>
            </p:cNvPr>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55" y="1685"/>
              <a:ext cx="214" cy="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Line 54">
              <a:extLst>
                <a:ext uri="{FF2B5EF4-FFF2-40B4-BE49-F238E27FC236}">
                  <a16:creationId xmlns:a16="http://schemas.microsoft.com/office/drawing/2014/main" id="{AE8D9FD5-4D76-4378-8AE4-340C11BB361C}"/>
                </a:ext>
              </a:extLst>
            </p:cNvPr>
            <p:cNvSpPr>
              <a:spLocks noChangeShapeType="1"/>
            </p:cNvSpPr>
            <p:nvPr/>
          </p:nvSpPr>
          <p:spPr bwMode="auto">
            <a:xfrm>
              <a:off x="1789" y="1852"/>
              <a:ext cx="18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Rectangle 55">
              <a:extLst>
                <a:ext uri="{FF2B5EF4-FFF2-40B4-BE49-F238E27FC236}">
                  <a16:creationId xmlns:a16="http://schemas.microsoft.com/office/drawing/2014/main" id="{06802398-41AB-46D5-A0F1-C05CD3951CFF}"/>
                </a:ext>
              </a:extLst>
            </p:cNvPr>
            <p:cNvSpPr>
              <a:spLocks noChangeArrowheads="1"/>
            </p:cNvSpPr>
            <p:nvPr/>
          </p:nvSpPr>
          <p:spPr bwMode="auto">
            <a:xfrm>
              <a:off x="2221" y="1808"/>
              <a:ext cx="232" cy="88"/>
            </a:xfrm>
            <a:prstGeom prst="rect">
              <a:avLst/>
            </a:prstGeom>
            <a:solidFill>
              <a:srgbClr val="FFFF66"/>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lang="zh-CN" altLang="en-US" sz="1800">
                <a:ea typeface="黑体" panose="02010609060101010101" pitchFamily="49" charset="-122"/>
              </a:endParaRPr>
            </a:p>
          </p:txBody>
        </p:sp>
        <p:sp>
          <p:nvSpPr>
            <p:cNvPr id="9" name="Line 56">
              <a:extLst>
                <a:ext uri="{FF2B5EF4-FFF2-40B4-BE49-F238E27FC236}">
                  <a16:creationId xmlns:a16="http://schemas.microsoft.com/office/drawing/2014/main" id="{5C4953AF-E896-4B70-9A87-7525E23A0633}"/>
                </a:ext>
              </a:extLst>
            </p:cNvPr>
            <p:cNvSpPr>
              <a:spLocks noChangeShapeType="1"/>
            </p:cNvSpPr>
            <p:nvPr/>
          </p:nvSpPr>
          <p:spPr bwMode="auto">
            <a:xfrm>
              <a:off x="2461" y="1852"/>
              <a:ext cx="47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57">
              <a:extLst>
                <a:ext uri="{FF2B5EF4-FFF2-40B4-BE49-F238E27FC236}">
                  <a16:creationId xmlns:a16="http://schemas.microsoft.com/office/drawing/2014/main" id="{6ACC01F6-93F6-4D6E-9571-7B01087389AA}"/>
                </a:ext>
              </a:extLst>
            </p:cNvPr>
            <p:cNvSpPr>
              <a:spLocks noChangeShapeType="1"/>
            </p:cNvSpPr>
            <p:nvPr/>
          </p:nvSpPr>
          <p:spPr bwMode="auto">
            <a:xfrm flipH="1">
              <a:off x="2837" y="1856"/>
              <a:ext cx="104" cy="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Line 58">
              <a:extLst>
                <a:ext uri="{FF2B5EF4-FFF2-40B4-BE49-F238E27FC236}">
                  <a16:creationId xmlns:a16="http://schemas.microsoft.com/office/drawing/2014/main" id="{90447417-6474-4155-96D0-435B2B3B6131}"/>
                </a:ext>
              </a:extLst>
            </p:cNvPr>
            <p:cNvSpPr>
              <a:spLocks noChangeShapeType="1"/>
            </p:cNvSpPr>
            <p:nvPr/>
          </p:nvSpPr>
          <p:spPr bwMode="auto">
            <a:xfrm flipV="1">
              <a:off x="2845" y="1896"/>
              <a:ext cx="520" cy="5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Rectangle 59">
              <a:extLst>
                <a:ext uri="{FF2B5EF4-FFF2-40B4-BE49-F238E27FC236}">
                  <a16:creationId xmlns:a16="http://schemas.microsoft.com/office/drawing/2014/main" id="{A3058E86-A933-48B0-836E-007469A60784}"/>
                </a:ext>
              </a:extLst>
            </p:cNvPr>
            <p:cNvSpPr>
              <a:spLocks noChangeArrowheads="1"/>
            </p:cNvSpPr>
            <p:nvPr/>
          </p:nvSpPr>
          <p:spPr bwMode="auto">
            <a:xfrm>
              <a:off x="3373" y="1856"/>
              <a:ext cx="232" cy="88"/>
            </a:xfrm>
            <a:prstGeom prst="rect">
              <a:avLst/>
            </a:prstGeom>
            <a:solidFill>
              <a:srgbClr val="FFFF66"/>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lang="zh-CN" altLang="en-US" sz="1800">
                <a:ea typeface="黑体" panose="02010609060101010101" pitchFamily="49" charset="-122"/>
              </a:endParaRPr>
            </a:p>
          </p:txBody>
        </p:sp>
        <p:sp>
          <p:nvSpPr>
            <p:cNvPr id="13" name="Line 60">
              <a:extLst>
                <a:ext uri="{FF2B5EF4-FFF2-40B4-BE49-F238E27FC236}">
                  <a16:creationId xmlns:a16="http://schemas.microsoft.com/office/drawing/2014/main" id="{42F92E63-1E1C-4169-ACD4-509075DC9FD4}"/>
                </a:ext>
              </a:extLst>
            </p:cNvPr>
            <p:cNvSpPr>
              <a:spLocks noChangeShapeType="1"/>
            </p:cNvSpPr>
            <p:nvPr/>
          </p:nvSpPr>
          <p:spPr bwMode="auto">
            <a:xfrm>
              <a:off x="2125" y="1852"/>
              <a:ext cx="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 name="Group 61">
              <a:extLst>
                <a:ext uri="{FF2B5EF4-FFF2-40B4-BE49-F238E27FC236}">
                  <a16:creationId xmlns:a16="http://schemas.microsoft.com/office/drawing/2014/main" id="{1D5745F1-78E4-4B2A-B826-DFB4454663C0}"/>
                </a:ext>
              </a:extLst>
            </p:cNvPr>
            <p:cNvGrpSpPr>
              <a:grpSpLocks/>
            </p:cNvGrpSpPr>
            <p:nvPr/>
          </p:nvGrpSpPr>
          <p:grpSpPr bwMode="auto">
            <a:xfrm>
              <a:off x="3709" y="1800"/>
              <a:ext cx="140" cy="192"/>
              <a:chOff x="3709" y="1800"/>
              <a:chExt cx="140" cy="192"/>
            </a:xfrm>
          </p:grpSpPr>
          <p:sp>
            <p:nvSpPr>
              <p:cNvPr id="25" name="Line 62">
                <a:extLst>
                  <a:ext uri="{FF2B5EF4-FFF2-40B4-BE49-F238E27FC236}">
                    <a16:creationId xmlns:a16="http://schemas.microsoft.com/office/drawing/2014/main" id="{3CB15065-09F8-4CE2-A237-F9F57DC331F9}"/>
                  </a:ext>
                </a:extLst>
              </p:cNvPr>
              <p:cNvSpPr>
                <a:spLocks noChangeShapeType="1"/>
              </p:cNvSpPr>
              <p:nvPr/>
            </p:nvSpPr>
            <p:spPr bwMode="auto">
              <a:xfrm flipV="1">
                <a:off x="3709" y="1800"/>
                <a:ext cx="136" cy="104"/>
              </a:xfrm>
              <a:prstGeom prst="line">
                <a:avLst/>
              </a:prstGeom>
              <a:noFill/>
              <a:ln w="2857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Line 63">
                <a:extLst>
                  <a:ext uri="{FF2B5EF4-FFF2-40B4-BE49-F238E27FC236}">
                    <a16:creationId xmlns:a16="http://schemas.microsoft.com/office/drawing/2014/main" id="{C4B606DD-24E8-4002-9EA5-577075BC25E5}"/>
                  </a:ext>
                </a:extLst>
              </p:cNvPr>
              <p:cNvSpPr>
                <a:spLocks noChangeShapeType="1"/>
              </p:cNvSpPr>
              <p:nvPr/>
            </p:nvSpPr>
            <p:spPr bwMode="auto">
              <a:xfrm>
                <a:off x="3709" y="1904"/>
                <a:ext cx="136" cy="88"/>
              </a:xfrm>
              <a:prstGeom prst="line">
                <a:avLst/>
              </a:prstGeom>
              <a:noFill/>
              <a:ln w="2857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Line 64">
                <a:extLst>
                  <a:ext uri="{FF2B5EF4-FFF2-40B4-BE49-F238E27FC236}">
                    <a16:creationId xmlns:a16="http://schemas.microsoft.com/office/drawing/2014/main" id="{4775A1CB-1E0F-46F8-B32D-F0613809C109}"/>
                  </a:ext>
                </a:extLst>
              </p:cNvPr>
              <p:cNvSpPr>
                <a:spLocks noChangeShapeType="1"/>
              </p:cNvSpPr>
              <p:nvPr/>
            </p:nvSpPr>
            <p:spPr bwMode="auto">
              <a:xfrm>
                <a:off x="3849" y="1808"/>
                <a:ext cx="0" cy="184"/>
              </a:xfrm>
              <a:prstGeom prst="line">
                <a:avLst/>
              </a:prstGeom>
              <a:noFill/>
              <a:ln w="2857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5" name="Line 65">
              <a:extLst>
                <a:ext uri="{FF2B5EF4-FFF2-40B4-BE49-F238E27FC236}">
                  <a16:creationId xmlns:a16="http://schemas.microsoft.com/office/drawing/2014/main" id="{EB59EE3A-FFCE-49EA-BD66-33D3F959A680}"/>
                </a:ext>
              </a:extLst>
            </p:cNvPr>
            <p:cNvSpPr>
              <a:spLocks noChangeShapeType="1"/>
            </p:cNvSpPr>
            <p:nvPr/>
          </p:nvSpPr>
          <p:spPr bwMode="auto">
            <a:xfrm>
              <a:off x="3613" y="1900"/>
              <a:ext cx="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Rectangle 66">
              <a:extLst>
                <a:ext uri="{FF2B5EF4-FFF2-40B4-BE49-F238E27FC236}">
                  <a16:creationId xmlns:a16="http://schemas.microsoft.com/office/drawing/2014/main" id="{AFAF7229-D396-47E1-9161-103DC1657A25}"/>
                </a:ext>
              </a:extLst>
            </p:cNvPr>
            <p:cNvSpPr>
              <a:spLocks noChangeArrowheads="1"/>
            </p:cNvSpPr>
            <p:nvPr/>
          </p:nvSpPr>
          <p:spPr bwMode="auto">
            <a:xfrm>
              <a:off x="4093" y="1568"/>
              <a:ext cx="136" cy="184"/>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a:spcBef>
                  <a:spcPct val="0"/>
                </a:spcBef>
                <a:buClrTx/>
                <a:buFontTx/>
                <a:buNone/>
              </a:pPr>
              <a:r>
                <a:rPr kumimoji="1" lang="en-US" altLang="zh-CN" sz="2000">
                  <a:latin typeface="Times New Roman" panose="02020603050405020304" pitchFamily="18" charset="0"/>
                </a:rPr>
                <a:t>T</a:t>
              </a:r>
            </a:p>
          </p:txBody>
        </p:sp>
        <p:sp>
          <p:nvSpPr>
            <p:cNvPr id="17" name="Rectangle 67">
              <a:extLst>
                <a:ext uri="{FF2B5EF4-FFF2-40B4-BE49-F238E27FC236}">
                  <a16:creationId xmlns:a16="http://schemas.microsoft.com/office/drawing/2014/main" id="{8AC466FE-CEE4-4D85-B3B5-688806B72257}"/>
                </a:ext>
              </a:extLst>
            </p:cNvPr>
            <p:cNvSpPr>
              <a:spLocks noChangeArrowheads="1"/>
            </p:cNvSpPr>
            <p:nvPr/>
          </p:nvSpPr>
          <p:spPr bwMode="auto">
            <a:xfrm>
              <a:off x="4093" y="1856"/>
              <a:ext cx="136" cy="184"/>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a:spcBef>
                  <a:spcPct val="0"/>
                </a:spcBef>
                <a:buClrTx/>
                <a:buFontTx/>
                <a:buNone/>
              </a:pPr>
              <a:r>
                <a:rPr kumimoji="1" lang="en-US" altLang="zh-CN" sz="2000">
                  <a:latin typeface="Times New Roman" panose="02020603050405020304" pitchFamily="18" charset="0"/>
                </a:rPr>
                <a:t>T</a:t>
              </a:r>
            </a:p>
          </p:txBody>
        </p:sp>
        <p:sp>
          <p:nvSpPr>
            <p:cNvPr id="18" name="Rectangle 68">
              <a:extLst>
                <a:ext uri="{FF2B5EF4-FFF2-40B4-BE49-F238E27FC236}">
                  <a16:creationId xmlns:a16="http://schemas.microsoft.com/office/drawing/2014/main" id="{25DA9CD9-D668-40AB-B50B-181BF889423A}"/>
                </a:ext>
              </a:extLst>
            </p:cNvPr>
            <p:cNvSpPr>
              <a:spLocks noChangeArrowheads="1"/>
            </p:cNvSpPr>
            <p:nvPr/>
          </p:nvSpPr>
          <p:spPr bwMode="auto">
            <a:xfrm>
              <a:off x="4093" y="2192"/>
              <a:ext cx="136" cy="184"/>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a:spcBef>
                  <a:spcPct val="0"/>
                </a:spcBef>
                <a:buClrTx/>
                <a:buFontTx/>
                <a:buNone/>
              </a:pPr>
              <a:r>
                <a:rPr kumimoji="1" lang="en-US" altLang="zh-CN" sz="2000">
                  <a:latin typeface="Times New Roman" panose="02020603050405020304" pitchFamily="18" charset="0"/>
                </a:rPr>
                <a:t>T</a:t>
              </a:r>
            </a:p>
          </p:txBody>
        </p:sp>
        <p:sp>
          <p:nvSpPr>
            <p:cNvPr id="19" name="Line 69">
              <a:extLst>
                <a:ext uri="{FF2B5EF4-FFF2-40B4-BE49-F238E27FC236}">
                  <a16:creationId xmlns:a16="http://schemas.microsoft.com/office/drawing/2014/main" id="{8C2AE38B-3A74-4617-8549-33BF65476B4C}"/>
                </a:ext>
              </a:extLst>
            </p:cNvPr>
            <p:cNvSpPr>
              <a:spLocks noChangeShapeType="1"/>
            </p:cNvSpPr>
            <p:nvPr/>
          </p:nvSpPr>
          <p:spPr bwMode="auto">
            <a:xfrm flipV="1">
              <a:off x="3853" y="1656"/>
              <a:ext cx="232" cy="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Line 70">
              <a:extLst>
                <a:ext uri="{FF2B5EF4-FFF2-40B4-BE49-F238E27FC236}">
                  <a16:creationId xmlns:a16="http://schemas.microsoft.com/office/drawing/2014/main" id="{AB267BAE-4F84-414F-9F6A-2DE169BF7F03}"/>
                </a:ext>
              </a:extLst>
            </p:cNvPr>
            <p:cNvSpPr>
              <a:spLocks noChangeShapeType="1"/>
            </p:cNvSpPr>
            <p:nvPr/>
          </p:nvSpPr>
          <p:spPr bwMode="auto">
            <a:xfrm>
              <a:off x="3853" y="1904"/>
              <a:ext cx="232" cy="4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71">
              <a:extLst>
                <a:ext uri="{FF2B5EF4-FFF2-40B4-BE49-F238E27FC236}">
                  <a16:creationId xmlns:a16="http://schemas.microsoft.com/office/drawing/2014/main" id="{5C63A8E4-8C63-46FA-9823-4F2535877E1F}"/>
                </a:ext>
              </a:extLst>
            </p:cNvPr>
            <p:cNvSpPr>
              <a:spLocks noChangeShapeType="1"/>
            </p:cNvSpPr>
            <p:nvPr/>
          </p:nvSpPr>
          <p:spPr bwMode="auto">
            <a:xfrm>
              <a:off x="3853" y="1952"/>
              <a:ext cx="232" cy="32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Rectangle 72">
              <a:extLst>
                <a:ext uri="{FF2B5EF4-FFF2-40B4-BE49-F238E27FC236}">
                  <a16:creationId xmlns:a16="http://schemas.microsoft.com/office/drawing/2014/main" id="{E24A3848-40DA-4A4E-83A9-E427064C1488}"/>
                </a:ext>
              </a:extLst>
            </p:cNvPr>
            <p:cNvSpPr>
              <a:spLocks noChangeArrowheads="1"/>
            </p:cNvSpPr>
            <p:nvPr/>
          </p:nvSpPr>
          <p:spPr bwMode="auto">
            <a:xfrm>
              <a:off x="3111" y="1536"/>
              <a:ext cx="654" cy="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zh-CN" altLang="en-US" sz="2000" b="1">
                  <a:latin typeface="楷体" panose="02010609060101010101" pitchFamily="49" charset="-122"/>
                  <a:ea typeface="楷体" panose="02010609060101010101" pitchFamily="49" charset="-122"/>
                </a:rPr>
                <a:t>集中器</a:t>
              </a:r>
            </a:p>
          </p:txBody>
        </p:sp>
        <p:sp>
          <p:nvSpPr>
            <p:cNvPr id="23" name="Rectangle 73">
              <a:extLst>
                <a:ext uri="{FF2B5EF4-FFF2-40B4-BE49-F238E27FC236}">
                  <a16:creationId xmlns:a16="http://schemas.microsoft.com/office/drawing/2014/main" id="{F531A98E-8E53-4C97-AEC5-0C0A8ABDB6A2}"/>
                </a:ext>
              </a:extLst>
            </p:cNvPr>
            <p:cNvSpPr>
              <a:spLocks noChangeArrowheads="1"/>
            </p:cNvSpPr>
            <p:nvPr/>
          </p:nvSpPr>
          <p:spPr bwMode="auto">
            <a:xfrm>
              <a:off x="1056" y="1480"/>
              <a:ext cx="417"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zh-CN" altLang="en-US" sz="2000" b="1">
                  <a:latin typeface="楷体" panose="02010609060101010101" pitchFamily="49" charset="-122"/>
                  <a:ea typeface="楷体" panose="02010609060101010101" pitchFamily="49" charset="-122"/>
                </a:rPr>
                <a:t>主机</a:t>
              </a:r>
            </a:p>
          </p:txBody>
        </p:sp>
        <p:sp>
          <p:nvSpPr>
            <p:cNvPr id="24" name="Rectangle 74">
              <a:extLst>
                <a:ext uri="{FF2B5EF4-FFF2-40B4-BE49-F238E27FC236}">
                  <a16:creationId xmlns:a16="http://schemas.microsoft.com/office/drawing/2014/main" id="{F130B4A3-0D60-42A5-94BC-AF1723C0CE2A}"/>
                </a:ext>
              </a:extLst>
            </p:cNvPr>
            <p:cNvSpPr>
              <a:spLocks noChangeArrowheads="1"/>
            </p:cNvSpPr>
            <p:nvPr/>
          </p:nvSpPr>
          <p:spPr bwMode="auto">
            <a:xfrm>
              <a:off x="1872" y="1392"/>
              <a:ext cx="571"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zh-CN" altLang="en-US" sz="2000" b="1">
                  <a:latin typeface="楷体" panose="02010609060101010101" pitchFamily="49" charset="-122"/>
                  <a:ea typeface="楷体" panose="02010609060101010101" pitchFamily="49" charset="-122"/>
                </a:rPr>
                <a:t>前端机</a:t>
              </a:r>
            </a:p>
          </p:txBody>
        </p:sp>
      </p:grpSp>
      <p:sp>
        <p:nvSpPr>
          <p:cNvPr id="28" name="Rectangle 2">
            <a:extLst>
              <a:ext uri="{FF2B5EF4-FFF2-40B4-BE49-F238E27FC236}">
                <a16:creationId xmlns:a16="http://schemas.microsoft.com/office/drawing/2014/main" id="{D6438C48-7212-49D6-A252-6404CC45327C}"/>
              </a:ext>
            </a:extLst>
          </p:cNvPr>
          <p:cNvSpPr txBox="1">
            <a:spLocks noChangeArrowheads="1"/>
          </p:cNvSpPr>
          <p:nvPr/>
        </p:nvSpPr>
        <p:spPr bwMode="auto">
          <a:xfrm>
            <a:off x="8452942" y="3571081"/>
            <a:ext cx="1479550" cy="334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itchFamily="34" charset="0"/>
                <a:ea typeface="宋体" pitchFamily="2" charset="-122"/>
              </a:defRPr>
            </a:lvl2pPr>
            <a:lvl3pPr algn="l" rtl="0" eaLnBrk="0" fontAlgn="base" hangingPunct="0">
              <a:spcBef>
                <a:spcPct val="0"/>
              </a:spcBef>
              <a:spcAft>
                <a:spcPct val="0"/>
              </a:spcAft>
              <a:defRPr sz="3800">
                <a:solidFill>
                  <a:schemeClr val="tx2"/>
                </a:solidFill>
                <a:latin typeface="Verdana" pitchFamily="34" charset="0"/>
                <a:ea typeface="宋体" pitchFamily="2" charset="-122"/>
              </a:defRPr>
            </a:lvl3pPr>
            <a:lvl4pPr algn="l" rtl="0" eaLnBrk="0" fontAlgn="base" hangingPunct="0">
              <a:spcBef>
                <a:spcPct val="0"/>
              </a:spcBef>
              <a:spcAft>
                <a:spcPct val="0"/>
              </a:spcAft>
              <a:defRPr sz="3800">
                <a:solidFill>
                  <a:schemeClr val="tx2"/>
                </a:solidFill>
                <a:latin typeface="Verdana" pitchFamily="34" charset="0"/>
                <a:ea typeface="宋体" pitchFamily="2" charset="-122"/>
              </a:defRPr>
            </a:lvl4pPr>
            <a:lvl5pPr algn="l" rtl="0" eaLnBrk="0" fontAlgn="base" hangingPunct="0">
              <a:spcBef>
                <a:spcPct val="0"/>
              </a:spcBef>
              <a:spcAft>
                <a:spcPct val="0"/>
              </a:spcAft>
              <a:defRPr sz="3800">
                <a:solidFill>
                  <a:schemeClr val="tx2"/>
                </a:solidFill>
                <a:latin typeface="Verdana" pitchFamily="34" charset="0"/>
                <a:ea typeface="宋体" pitchFamily="2" charset="-122"/>
              </a:defRPr>
            </a:lvl5pPr>
            <a:lvl6pPr marL="457200" algn="l" rtl="0" fontAlgn="base">
              <a:spcBef>
                <a:spcPct val="0"/>
              </a:spcBef>
              <a:spcAft>
                <a:spcPct val="0"/>
              </a:spcAft>
              <a:defRPr sz="3800">
                <a:solidFill>
                  <a:schemeClr val="tx2"/>
                </a:solidFill>
                <a:latin typeface="Verdana" pitchFamily="34" charset="0"/>
                <a:ea typeface="宋体" pitchFamily="2" charset="-122"/>
              </a:defRPr>
            </a:lvl6pPr>
            <a:lvl7pPr marL="914400" algn="l" rtl="0" fontAlgn="base">
              <a:spcBef>
                <a:spcPct val="0"/>
              </a:spcBef>
              <a:spcAft>
                <a:spcPct val="0"/>
              </a:spcAft>
              <a:defRPr sz="3800">
                <a:solidFill>
                  <a:schemeClr val="tx2"/>
                </a:solidFill>
                <a:latin typeface="Verdana" pitchFamily="34" charset="0"/>
                <a:ea typeface="宋体" pitchFamily="2" charset="-122"/>
              </a:defRPr>
            </a:lvl7pPr>
            <a:lvl8pPr marL="1371600" algn="l" rtl="0" fontAlgn="base">
              <a:spcBef>
                <a:spcPct val="0"/>
              </a:spcBef>
              <a:spcAft>
                <a:spcPct val="0"/>
              </a:spcAft>
              <a:defRPr sz="3800">
                <a:solidFill>
                  <a:schemeClr val="tx2"/>
                </a:solidFill>
                <a:latin typeface="Verdana" pitchFamily="34" charset="0"/>
                <a:ea typeface="宋体" pitchFamily="2" charset="-122"/>
              </a:defRPr>
            </a:lvl8pPr>
            <a:lvl9pPr marL="1828800" algn="l" rtl="0" fontAlgn="base">
              <a:spcBef>
                <a:spcPct val="0"/>
              </a:spcBef>
              <a:spcAft>
                <a:spcPct val="0"/>
              </a:spcAft>
              <a:defRPr sz="3800">
                <a:solidFill>
                  <a:schemeClr val="tx2"/>
                </a:solidFill>
                <a:latin typeface="Verdana" pitchFamily="34" charset="0"/>
                <a:ea typeface="宋体" pitchFamily="2" charset="-122"/>
              </a:defRPr>
            </a:lvl9pPr>
          </a:lstStyle>
          <a:p>
            <a:pPr eaLnBrk="1" hangingPunct="1">
              <a:defRPr/>
            </a:pPr>
            <a:r>
              <a:rPr lang="zh-CN" altLang="en-US" sz="2000" kern="0" dirty="0">
                <a:latin typeface="微软雅黑" panose="020B0503020204020204" pitchFamily="34" charset="-122"/>
                <a:ea typeface="微软雅黑" panose="020B0503020204020204" pitchFamily="34" charset="-122"/>
              </a:rPr>
              <a:t>存在问题</a:t>
            </a:r>
            <a:r>
              <a:rPr lang="en-US" altLang="zh-CN" sz="2000" kern="0" dirty="0">
                <a:latin typeface="微软雅黑" panose="020B0503020204020204" pitchFamily="34" charset="-122"/>
                <a:ea typeface="微软雅黑" panose="020B0503020204020204" pitchFamily="34" charset="-122"/>
              </a:rPr>
              <a:t>:</a:t>
            </a:r>
          </a:p>
        </p:txBody>
      </p:sp>
      <p:sp>
        <p:nvSpPr>
          <p:cNvPr id="29" name="Rectangle 3">
            <a:extLst>
              <a:ext uri="{FF2B5EF4-FFF2-40B4-BE49-F238E27FC236}">
                <a16:creationId xmlns:a16="http://schemas.microsoft.com/office/drawing/2014/main" id="{9475E0A1-BC63-44E3-8695-08A6DD7399F5}"/>
              </a:ext>
            </a:extLst>
          </p:cNvPr>
          <p:cNvSpPr>
            <a:spLocks noChangeArrowheads="1"/>
          </p:cNvSpPr>
          <p:nvPr/>
        </p:nvSpPr>
        <p:spPr bwMode="auto">
          <a:xfrm>
            <a:off x="8454529" y="4102894"/>
            <a:ext cx="3635375" cy="1931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rIns="36000"/>
          <a:lstStyle>
            <a:lvl1pPr marL="469900" indent="-4699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marL="263525" indent="-263525" algn="just" eaLnBrk="1" hangingPunct="1">
              <a:buFont typeface="Wingdings" panose="05000000000000000000" pitchFamily="2" charset="2"/>
              <a:buChar char="l"/>
              <a:defRPr/>
            </a:pPr>
            <a:r>
              <a:rPr lang="zh-CN" altLang="en-US" sz="1800" dirty="0">
                <a:latin typeface="微软雅黑" panose="020B0503020204020204" pitchFamily="34" charset="-122"/>
                <a:ea typeface="微软雅黑" panose="020B0503020204020204" pitchFamily="34" charset="-122"/>
              </a:rPr>
              <a:t>主机负荷过重</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 响应时间过长</a:t>
            </a:r>
            <a:r>
              <a:rPr lang="en-US" altLang="zh-CN" sz="1800" dirty="0">
                <a:latin typeface="微软雅黑" panose="020B0503020204020204" pitchFamily="34" charset="-122"/>
                <a:ea typeface="微软雅黑" panose="020B0503020204020204" pitchFamily="34" charset="-122"/>
              </a:rPr>
              <a:t>;</a:t>
            </a:r>
          </a:p>
          <a:p>
            <a:pPr marL="179388" indent="-179388" algn="just" eaLnBrk="1" hangingPunct="1">
              <a:buFont typeface="Wingdings" panose="05000000000000000000" pitchFamily="2" charset="2"/>
              <a:buChar char="l"/>
              <a:defRPr/>
            </a:pPr>
            <a:r>
              <a:rPr lang="zh-CN" altLang="en-US" sz="1800" dirty="0">
                <a:latin typeface="微软雅黑" panose="020B0503020204020204" pitchFamily="34" charset="-122"/>
                <a:ea typeface="微软雅黑" panose="020B0503020204020204" pitchFamily="34" charset="-122"/>
              </a:rPr>
              <a:t> 终端速度低，操作时间长，因而占用通信线路的时间也长，故通信代价极高；</a:t>
            </a:r>
          </a:p>
          <a:p>
            <a:pPr marL="179388" indent="-179388" algn="just" eaLnBrk="1" hangingPunct="1">
              <a:buFont typeface="Wingdings" panose="05000000000000000000" pitchFamily="2" charset="2"/>
              <a:buChar char="l"/>
              <a:defRPr/>
            </a:pPr>
            <a:r>
              <a:rPr lang="zh-CN" altLang="en-US" sz="1800" dirty="0">
                <a:latin typeface="微软雅黑" panose="020B0503020204020204" pitchFamily="34" charset="-122"/>
                <a:ea typeface="微软雅黑" panose="020B0503020204020204" pitchFamily="34" charset="-122"/>
              </a:rPr>
              <a:t> 可靠性较低，主机故障将导致整个系统的瘫痪。</a:t>
            </a:r>
          </a:p>
        </p:txBody>
      </p:sp>
      <p:pic>
        <p:nvPicPr>
          <p:cNvPr id="30" name="图片 4">
            <a:extLst>
              <a:ext uri="{FF2B5EF4-FFF2-40B4-BE49-F238E27FC236}">
                <a16:creationId xmlns:a16="http://schemas.microsoft.com/office/drawing/2014/main" id="{BA313AF4-9770-434A-9947-DD8E3E6C157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66217" y="2674144"/>
            <a:ext cx="3833812" cy="2636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矩形 5">
            <a:extLst>
              <a:ext uri="{FF2B5EF4-FFF2-40B4-BE49-F238E27FC236}">
                <a16:creationId xmlns:a16="http://schemas.microsoft.com/office/drawing/2014/main" id="{B18C0C7C-7DE8-47B2-AB61-47C97B556F1C}"/>
              </a:ext>
            </a:extLst>
          </p:cNvPr>
          <p:cNvSpPr>
            <a:spLocks noChangeArrowheads="1"/>
          </p:cNvSpPr>
          <p:nvPr/>
        </p:nvSpPr>
        <p:spPr bwMode="auto">
          <a:xfrm>
            <a:off x="366217" y="5388769"/>
            <a:ext cx="38909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黑体" panose="02010609060101010101" pitchFamily="49" charset="-122"/>
              </a:defRPr>
            </a:lvl1pPr>
            <a:lvl2pPr marL="742950" indent="-285750">
              <a:defRPr>
                <a:solidFill>
                  <a:schemeClr val="tx1"/>
                </a:solidFill>
                <a:latin typeface="Verdana" panose="020B0604030504040204" pitchFamily="34" charset="0"/>
                <a:ea typeface="黑体" panose="02010609060101010101" pitchFamily="49" charset="-122"/>
              </a:defRPr>
            </a:lvl2pPr>
            <a:lvl3pPr marL="1143000" indent="-228600">
              <a:defRPr>
                <a:solidFill>
                  <a:schemeClr val="tx1"/>
                </a:solidFill>
                <a:latin typeface="Verdana" panose="020B0604030504040204" pitchFamily="34" charset="0"/>
                <a:ea typeface="黑体" panose="02010609060101010101" pitchFamily="49" charset="-122"/>
              </a:defRPr>
            </a:lvl3pPr>
            <a:lvl4pPr marL="1600200" indent="-228600">
              <a:defRPr>
                <a:solidFill>
                  <a:schemeClr val="tx1"/>
                </a:solidFill>
                <a:latin typeface="Verdana" panose="020B0604030504040204" pitchFamily="34" charset="0"/>
                <a:ea typeface="黑体" panose="02010609060101010101" pitchFamily="49" charset="-122"/>
              </a:defRPr>
            </a:lvl4pPr>
            <a:lvl5pPr marL="2057400" indent="-228600">
              <a:defRPr>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9pPr>
          </a:lstStyle>
          <a:p>
            <a:r>
              <a:rPr lang="zh-CN" altLang="en-US">
                <a:solidFill>
                  <a:srgbClr val="999999"/>
                </a:solidFill>
                <a:latin typeface="Arial" panose="020B0604020202020204" pitchFamily="34" charset="0"/>
              </a:rPr>
              <a:t>世界上第一台电子数字计算机</a:t>
            </a:r>
            <a:r>
              <a:rPr lang="en-US" altLang="zh-CN">
                <a:solidFill>
                  <a:srgbClr val="999999"/>
                </a:solidFill>
                <a:latin typeface="Arial" panose="020B0604020202020204" pitchFamily="34" charset="0"/>
              </a:rPr>
              <a:t>ENIAC</a:t>
            </a:r>
            <a:endParaRPr lang="zh-CN" altLang="en-US"/>
          </a:p>
        </p:txBody>
      </p:sp>
    </p:spTree>
    <p:extLst>
      <p:ext uri="{BB962C8B-B14F-4D97-AF65-F5344CB8AC3E}">
        <p14:creationId xmlns:p14="http://schemas.microsoft.com/office/powerpoint/2010/main" val="1398780820"/>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9B3E0760-6380-4870-9726-C7CE7EB02A74}"/>
              </a:ext>
            </a:extLst>
          </p:cNvPr>
          <p:cNvSpPr txBox="1">
            <a:spLocks noChangeArrowheads="1"/>
          </p:cNvSpPr>
          <p:nvPr/>
        </p:nvSpPr>
        <p:spPr>
          <a:xfrm>
            <a:off x="263352" y="260648"/>
            <a:ext cx="4410075" cy="46831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80000"/>
              </a:lnSpc>
              <a:spcBef>
                <a:spcPct val="50000"/>
              </a:spcBef>
              <a:spcAft>
                <a:spcPts val="0"/>
              </a:spcAft>
            </a:pPr>
            <a:r>
              <a:rPr kumimoji="1" lang="en-US" altLang="zh-CN" sz="3000" b="1">
                <a:latin typeface="Times New Roman" panose="02020603050405020304" pitchFamily="18" charset="0"/>
                <a:ea typeface="黑体" panose="02010609060101010101" pitchFamily="49" charset="-122"/>
                <a:cs typeface="Times New Roman" panose="02020603050405020304" pitchFamily="18" charset="0"/>
              </a:rPr>
              <a:t>1.1</a:t>
            </a:r>
            <a:r>
              <a:rPr kumimoji="1" lang="en-US" altLang="zh-CN" sz="3000" b="1">
                <a:latin typeface="黑体" panose="02010609060101010101" pitchFamily="49" charset="-122"/>
                <a:ea typeface="黑体" panose="02010609060101010101" pitchFamily="49" charset="-122"/>
                <a:cs typeface="Times New Roman" panose="02020603050405020304" pitchFamily="18" charset="0"/>
              </a:rPr>
              <a:t> </a:t>
            </a:r>
            <a:r>
              <a:rPr kumimoji="1" lang="zh-CN" altLang="en-US" sz="2800">
                <a:latin typeface="微软雅黑" panose="020B0503020204020204" pitchFamily="34" charset="-122"/>
                <a:ea typeface="微软雅黑" panose="020B0503020204020204" pitchFamily="34" charset="-122"/>
                <a:cs typeface="Times New Roman" panose="02020603050405020304" pitchFamily="18" charset="0"/>
              </a:rPr>
              <a:t>计算机网络</a:t>
            </a:r>
            <a:r>
              <a:rPr kumimoji="1" lang="zh-CN" altLang="en-US" sz="3000">
                <a:latin typeface="微软雅黑" panose="020B0503020204020204" pitchFamily="34" charset="-122"/>
                <a:ea typeface="微软雅黑" panose="020B0503020204020204" pitchFamily="34" charset="-122"/>
                <a:cs typeface="Times New Roman" panose="02020603050405020304" pitchFamily="18" charset="0"/>
              </a:rPr>
              <a:t>的发展</a:t>
            </a:r>
            <a:endParaRPr kumimoji="1" lang="zh-CN" altLang="en-US" sz="3000" b="1">
              <a:latin typeface="黑体" panose="02010609060101010101" pitchFamily="49" charset="-122"/>
              <a:ea typeface="黑体" panose="02010609060101010101" pitchFamily="49" charset="-122"/>
              <a:cs typeface="Times New Roman" panose="02020603050405020304" pitchFamily="18" charset="0"/>
            </a:endParaRPr>
          </a:p>
        </p:txBody>
      </p:sp>
      <p:sp>
        <p:nvSpPr>
          <p:cNvPr id="4" name="Text Box 2">
            <a:extLst>
              <a:ext uri="{FF2B5EF4-FFF2-40B4-BE49-F238E27FC236}">
                <a16:creationId xmlns:a16="http://schemas.microsoft.com/office/drawing/2014/main" id="{FD6A6537-3AD3-40AB-BA44-41DDEAB0DEA4}"/>
              </a:ext>
            </a:extLst>
          </p:cNvPr>
          <p:cNvSpPr txBox="1">
            <a:spLocks noChangeArrowheads="1"/>
          </p:cNvSpPr>
          <p:nvPr/>
        </p:nvSpPr>
        <p:spPr bwMode="auto">
          <a:xfrm>
            <a:off x="335360" y="1268760"/>
            <a:ext cx="9001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50000"/>
              </a:spcBef>
              <a:buClrTx/>
              <a:buFontTx/>
              <a:buNone/>
            </a:pPr>
            <a:r>
              <a:rPr kumimoji="1" lang="zh-CN" altLang="en-US" sz="2400" dirty="0">
                <a:solidFill>
                  <a:srgbClr val="0070C0"/>
                </a:solidFill>
                <a:latin typeface="微软雅黑" panose="020B0503020204020204" pitchFamily="34" charset="-122"/>
                <a:ea typeface="微软雅黑" panose="020B0503020204020204" pitchFamily="34" charset="-122"/>
              </a:rPr>
              <a:t>（</a:t>
            </a:r>
            <a:r>
              <a:rPr kumimoji="1" lang="en-US" altLang="zh-CN" sz="2400" dirty="0">
                <a:solidFill>
                  <a:srgbClr val="0070C0"/>
                </a:solidFill>
                <a:latin typeface="微软雅黑" panose="020B0503020204020204" pitchFamily="34" charset="-122"/>
                <a:ea typeface="微软雅黑" panose="020B0503020204020204" pitchFamily="34" charset="-122"/>
              </a:rPr>
              <a:t>2</a:t>
            </a:r>
            <a:r>
              <a:rPr kumimoji="1" lang="zh-CN" altLang="en-US" sz="2400" dirty="0">
                <a:solidFill>
                  <a:srgbClr val="0070C0"/>
                </a:solidFill>
                <a:latin typeface="微软雅黑" panose="020B0503020204020204" pitchFamily="34" charset="-122"/>
                <a:ea typeface="微软雅黑" panose="020B0503020204020204" pitchFamily="34" charset="-122"/>
              </a:rPr>
              <a:t>）第二阶段（形成与发展）：计算机</a:t>
            </a:r>
            <a:r>
              <a:rPr kumimoji="1" lang="en-US" altLang="zh-CN" sz="2400" dirty="0">
                <a:solidFill>
                  <a:srgbClr val="0070C0"/>
                </a:solidFill>
                <a:latin typeface="微软雅黑" panose="020B0503020204020204" pitchFamily="34" charset="-122"/>
                <a:ea typeface="微软雅黑" panose="020B0503020204020204" pitchFamily="34" charset="-122"/>
              </a:rPr>
              <a:t>-</a:t>
            </a:r>
            <a:r>
              <a:rPr kumimoji="1" lang="zh-CN" altLang="en-US" sz="2400" dirty="0">
                <a:solidFill>
                  <a:srgbClr val="0070C0"/>
                </a:solidFill>
                <a:latin typeface="微软雅黑" panose="020B0503020204020204" pitchFamily="34" charset="-122"/>
                <a:ea typeface="微软雅黑" panose="020B0503020204020204" pitchFamily="34" charset="-122"/>
              </a:rPr>
              <a:t>计算机通信（局域网）</a:t>
            </a:r>
          </a:p>
        </p:txBody>
      </p:sp>
      <p:sp>
        <p:nvSpPr>
          <p:cNvPr id="5" name="Rectangle 2">
            <a:extLst>
              <a:ext uri="{FF2B5EF4-FFF2-40B4-BE49-F238E27FC236}">
                <a16:creationId xmlns:a16="http://schemas.microsoft.com/office/drawing/2014/main" id="{1B0D51CF-2025-4269-97A8-9F033BC48A8E}"/>
              </a:ext>
            </a:extLst>
          </p:cNvPr>
          <p:cNvSpPr>
            <a:spLocks noChangeArrowheads="1"/>
          </p:cNvSpPr>
          <p:nvPr/>
        </p:nvSpPr>
        <p:spPr bwMode="auto">
          <a:xfrm>
            <a:off x="356508" y="1835009"/>
            <a:ext cx="11179175" cy="8704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黑体" panose="02010609060101010101" pitchFamily="49" charset="-122"/>
              </a:defRPr>
            </a:lvl1pPr>
            <a:lvl2pPr marL="742950" indent="-285750">
              <a:defRPr>
                <a:solidFill>
                  <a:schemeClr val="tx1"/>
                </a:solidFill>
                <a:latin typeface="Verdana" panose="020B0604030504040204" pitchFamily="34" charset="0"/>
                <a:ea typeface="黑体" panose="02010609060101010101" pitchFamily="49" charset="-122"/>
              </a:defRPr>
            </a:lvl2pPr>
            <a:lvl3pPr marL="1143000" indent="-228600">
              <a:defRPr>
                <a:solidFill>
                  <a:schemeClr val="tx1"/>
                </a:solidFill>
                <a:latin typeface="Verdana" panose="020B0604030504040204" pitchFamily="34" charset="0"/>
                <a:ea typeface="黑体" panose="02010609060101010101" pitchFamily="49" charset="-122"/>
              </a:defRPr>
            </a:lvl3pPr>
            <a:lvl4pPr marL="1600200" indent="-228600">
              <a:defRPr>
                <a:solidFill>
                  <a:schemeClr val="tx1"/>
                </a:solidFill>
                <a:latin typeface="Verdana" panose="020B0604030504040204" pitchFamily="34" charset="0"/>
                <a:ea typeface="黑体" panose="02010609060101010101" pitchFamily="49" charset="-122"/>
              </a:defRPr>
            </a:lvl4pPr>
            <a:lvl5pPr marL="2057400" indent="-228600">
              <a:defRPr>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9pPr>
          </a:lstStyle>
          <a:p>
            <a:pPr>
              <a:lnSpc>
                <a:spcPct val="120000"/>
              </a:lnSpc>
              <a:spcBef>
                <a:spcPct val="50000"/>
              </a:spcBef>
            </a:pPr>
            <a:r>
              <a:rPr kumimoji="1" lang="zh-CN" altLang="en-US" sz="2200" dirty="0">
                <a:latin typeface="微软雅黑" panose="020B0503020204020204" pitchFamily="34" charset="-122"/>
                <a:ea typeface="微软雅黑" panose="020B0503020204020204" pitchFamily="34" charset="-122"/>
              </a:rPr>
              <a:t>各单位内部有限计算机之间互连，实现单位内部计算机的数据通信</a:t>
            </a:r>
            <a:r>
              <a:rPr kumimoji="1" lang="zh-CN" altLang="zh-CN" sz="2200" dirty="0">
                <a:latin typeface="微软雅黑" panose="020B0503020204020204" pitchFamily="34" charset="-122"/>
                <a:ea typeface="微软雅黑" panose="020B0503020204020204" pitchFamily="34" charset="-122"/>
              </a:rPr>
              <a:t>。</a:t>
            </a:r>
            <a:r>
              <a:rPr kumimoji="1" lang="zh-CN" altLang="en-US" sz="2200" dirty="0">
                <a:latin typeface="微软雅黑" panose="020B0503020204020204" pitchFamily="34" charset="-122"/>
                <a:ea typeface="微软雅黑" panose="020B0503020204020204" pitchFamily="34" charset="-122"/>
              </a:rPr>
              <a:t>涉及的计算机数量较少。</a:t>
            </a:r>
          </a:p>
        </p:txBody>
      </p:sp>
      <p:pic>
        <p:nvPicPr>
          <p:cNvPr id="9" name="图片 8">
            <a:extLst>
              <a:ext uri="{FF2B5EF4-FFF2-40B4-BE49-F238E27FC236}">
                <a16:creationId xmlns:a16="http://schemas.microsoft.com/office/drawing/2014/main" id="{3E6EF57E-0D59-43C4-A1DD-4E074E607BA5}"/>
              </a:ext>
            </a:extLst>
          </p:cNvPr>
          <p:cNvPicPr>
            <a:picLocks noChangeAspect="1"/>
          </p:cNvPicPr>
          <p:nvPr/>
        </p:nvPicPr>
        <p:blipFill>
          <a:blip r:embed="rId3"/>
          <a:stretch>
            <a:fillRect/>
          </a:stretch>
        </p:blipFill>
        <p:spPr>
          <a:xfrm>
            <a:off x="398312" y="2924944"/>
            <a:ext cx="4122326" cy="1584176"/>
          </a:xfrm>
          <a:prstGeom prst="rect">
            <a:avLst/>
          </a:prstGeom>
        </p:spPr>
      </p:pic>
      <p:pic>
        <p:nvPicPr>
          <p:cNvPr id="10" name="图片 9">
            <a:extLst>
              <a:ext uri="{FF2B5EF4-FFF2-40B4-BE49-F238E27FC236}">
                <a16:creationId xmlns:a16="http://schemas.microsoft.com/office/drawing/2014/main" id="{D1FB5D47-C045-4DD1-BCFD-02193CB76B7E}"/>
              </a:ext>
            </a:extLst>
          </p:cNvPr>
          <p:cNvPicPr>
            <a:picLocks noChangeAspect="1"/>
          </p:cNvPicPr>
          <p:nvPr/>
        </p:nvPicPr>
        <p:blipFill>
          <a:blip r:embed="rId4"/>
          <a:stretch>
            <a:fillRect/>
          </a:stretch>
        </p:blipFill>
        <p:spPr>
          <a:xfrm>
            <a:off x="4799856" y="2810024"/>
            <a:ext cx="2304256" cy="2017686"/>
          </a:xfrm>
          <a:prstGeom prst="rect">
            <a:avLst/>
          </a:prstGeom>
        </p:spPr>
      </p:pic>
      <p:pic>
        <p:nvPicPr>
          <p:cNvPr id="11" name="图片 12">
            <a:extLst>
              <a:ext uri="{FF2B5EF4-FFF2-40B4-BE49-F238E27FC236}">
                <a16:creationId xmlns:a16="http://schemas.microsoft.com/office/drawing/2014/main" id="{E80E0C00-A59F-47FC-B483-23662E564837}"/>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758087" y="4301820"/>
            <a:ext cx="4057950" cy="2062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89000464"/>
      </p:ext>
    </p:extLst>
  </p:cSld>
  <p:clrMapOvr>
    <a:masterClrMapping/>
  </p:clrMapOvr>
  <p:transition spd="slow"/>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9B3E0760-6380-4870-9726-C7CE7EB02A74}"/>
              </a:ext>
            </a:extLst>
          </p:cNvPr>
          <p:cNvSpPr txBox="1">
            <a:spLocks noChangeArrowheads="1"/>
          </p:cNvSpPr>
          <p:nvPr/>
        </p:nvSpPr>
        <p:spPr>
          <a:xfrm>
            <a:off x="263352" y="260648"/>
            <a:ext cx="4410075" cy="46831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80000"/>
              </a:lnSpc>
              <a:spcBef>
                <a:spcPct val="50000"/>
              </a:spcBef>
              <a:spcAft>
                <a:spcPts val="0"/>
              </a:spcAft>
            </a:pPr>
            <a:r>
              <a:rPr kumimoji="1" lang="en-US" altLang="zh-CN" sz="3000" b="1">
                <a:latin typeface="Times New Roman" panose="02020603050405020304" pitchFamily="18" charset="0"/>
                <a:ea typeface="黑体" panose="02010609060101010101" pitchFamily="49" charset="-122"/>
                <a:cs typeface="Times New Roman" panose="02020603050405020304" pitchFamily="18" charset="0"/>
              </a:rPr>
              <a:t>1.1</a:t>
            </a:r>
            <a:r>
              <a:rPr kumimoji="1" lang="en-US" altLang="zh-CN" sz="3000" b="1">
                <a:latin typeface="黑体" panose="02010609060101010101" pitchFamily="49" charset="-122"/>
                <a:ea typeface="黑体" panose="02010609060101010101" pitchFamily="49" charset="-122"/>
                <a:cs typeface="Times New Roman" panose="02020603050405020304" pitchFamily="18" charset="0"/>
              </a:rPr>
              <a:t> </a:t>
            </a:r>
            <a:r>
              <a:rPr kumimoji="1" lang="zh-CN" altLang="en-US" sz="2800">
                <a:latin typeface="微软雅黑" panose="020B0503020204020204" pitchFamily="34" charset="-122"/>
                <a:ea typeface="微软雅黑" panose="020B0503020204020204" pitchFamily="34" charset="-122"/>
                <a:cs typeface="Times New Roman" panose="02020603050405020304" pitchFamily="18" charset="0"/>
              </a:rPr>
              <a:t>计算机网络</a:t>
            </a:r>
            <a:r>
              <a:rPr kumimoji="1" lang="zh-CN" altLang="en-US" sz="3000">
                <a:latin typeface="微软雅黑" panose="020B0503020204020204" pitchFamily="34" charset="-122"/>
                <a:ea typeface="微软雅黑" panose="020B0503020204020204" pitchFamily="34" charset="-122"/>
                <a:cs typeface="Times New Roman" panose="02020603050405020304" pitchFamily="18" charset="0"/>
              </a:rPr>
              <a:t>的发展</a:t>
            </a:r>
            <a:endParaRPr kumimoji="1" lang="zh-CN" altLang="en-US" sz="3000" b="1">
              <a:latin typeface="黑体" panose="02010609060101010101" pitchFamily="49" charset="-122"/>
              <a:ea typeface="黑体" panose="02010609060101010101" pitchFamily="49" charset="-122"/>
              <a:cs typeface="Times New Roman" panose="02020603050405020304" pitchFamily="18" charset="0"/>
            </a:endParaRPr>
          </a:p>
        </p:txBody>
      </p:sp>
      <p:sp>
        <p:nvSpPr>
          <p:cNvPr id="4" name="Text Box 2">
            <a:extLst>
              <a:ext uri="{FF2B5EF4-FFF2-40B4-BE49-F238E27FC236}">
                <a16:creationId xmlns:a16="http://schemas.microsoft.com/office/drawing/2014/main" id="{FD6A6537-3AD3-40AB-BA44-41DDEAB0DEA4}"/>
              </a:ext>
            </a:extLst>
          </p:cNvPr>
          <p:cNvSpPr txBox="1">
            <a:spLocks noChangeArrowheads="1"/>
          </p:cNvSpPr>
          <p:nvPr/>
        </p:nvSpPr>
        <p:spPr bwMode="auto">
          <a:xfrm>
            <a:off x="335360" y="1268760"/>
            <a:ext cx="928903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50000"/>
              </a:spcBef>
              <a:buClrTx/>
              <a:buFontTx/>
              <a:buNone/>
            </a:pPr>
            <a:r>
              <a:rPr kumimoji="1" lang="zh-CN" altLang="en-US" sz="2400" dirty="0">
                <a:solidFill>
                  <a:srgbClr val="0070C0"/>
                </a:solidFill>
                <a:latin typeface="微软雅黑" panose="020B0503020204020204" pitchFamily="34" charset="-122"/>
                <a:ea typeface="微软雅黑" panose="020B0503020204020204" pitchFamily="34" charset="-122"/>
              </a:rPr>
              <a:t>（</a:t>
            </a:r>
            <a:r>
              <a:rPr kumimoji="1" lang="en-US" altLang="zh-CN" sz="2400" dirty="0">
                <a:solidFill>
                  <a:srgbClr val="0070C0"/>
                </a:solidFill>
                <a:latin typeface="微软雅黑" panose="020B0503020204020204" pitchFamily="34" charset="-122"/>
                <a:ea typeface="微软雅黑" panose="020B0503020204020204" pitchFamily="34" charset="-122"/>
              </a:rPr>
              <a:t>2</a:t>
            </a:r>
            <a:r>
              <a:rPr kumimoji="1" lang="zh-CN" altLang="en-US" sz="2400" dirty="0">
                <a:solidFill>
                  <a:srgbClr val="0070C0"/>
                </a:solidFill>
                <a:latin typeface="微软雅黑" panose="020B0503020204020204" pitchFamily="34" charset="-122"/>
                <a:ea typeface="微软雅黑" panose="020B0503020204020204" pitchFamily="34" charset="-122"/>
              </a:rPr>
              <a:t>）第二阶段（形成与发展）：计算机</a:t>
            </a:r>
            <a:r>
              <a:rPr kumimoji="1" lang="en-US" altLang="zh-CN" sz="2400" dirty="0">
                <a:solidFill>
                  <a:srgbClr val="0070C0"/>
                </a:solidFill>
                <a:latin typeface="微软雅黑" panose="020B0503020204020204" pitchFamily="34" charset="-122"/>
                <a:ea typeface="微软雅黑" panose="020B0503020204020204" pitchFamily="34" charset="-122"/>
              </a:rPr>
              <a:t>-</a:t>
            </a:r>
            <a:r>
              <a:rPr kumimoji="1" lang="zh-CN" altLang="en-US" sz="2400" dirty="0">
                <a:solidFill>
                  <a:srgbClr val="0070C0"/>
                </a:solidFill>
                <a:latin typeface="微软雅黑" panose="020B0503020204020204" pitchFamily="34" charset="-122"/>
                <a:ea typeface="微软雅黑" panose="020B0503020204020204" pitchFamily="34" charset="-122"/>
              </a:rPr>
              <a:t>计算机通信（网络互连）</a:t>
            </a:r>
          </a:p>
        </p:txBody>
      </p:sp>
      <p:sp>
        <p:nvSpPr>
          <p:cNvPr id="5" name="Rectangle 2">
            <a:extLst>
              <a:ext uri="{FF2B5EF4-FFF2-40B4-BE49-F238E27FC236}">
                <a16:creationId xmlns:a16="http://schemas.microsoft.com/office/drawing/2014/main" id="{1B0D51CF-2025-4269-97A8-9F033BC48A8E}"/>
              </a:ext>
            </a:extLst>
          </p:cNvPr>
          <p:cNvSpPr>
            <a:spLocks noChangeArrowheads="1"/>
          </p:cNvSpPr>
          <p:nvPr/>
        </p:nvSpPr>
        <p:spPr bwMode="auto">
          <a:xfrm>
            <a:off x="339144" y="1854374"/>
            <a:ext cx="11179175" cy="1276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黑体" panose="02010609060101010101" pitchFamily="49" charset="-122"/>
              </a:defRPr>
            </a:lvl1pPr>
            <a:lvl2pPr marL="742950" indent="-285750">
              <a:defRPr>
                <a:solidFill>
                  <a:schemeClr val="tx1"/>
                </a:solidFill>
                <a:latin typeface="Verdana" panose="020B0604030504040204" pitchFamily="34" charset="0"/>
                <a:ea typeface="黑体" panose="02010609060101010101" pitchFamily="49" charset="-122"/>
              </a:defRPr>
            </a:lvl2pPr>
            <a:lvl3pPr marL="1143000" indent="-228600">
              <a:defRPr>
                <a:solidFill>
                  <a:schemeClr val="tx1"/>
                </a:solidFill>
                <a:latin typeface="Verdana" panose="020B0604030504040204" pitchFamily="34" charset="0"/>
                <a:ea typeface="黑体" panose="02010609060101010101" pitchFamily="49" charset="-122"/>
              </a:defRPr>
            </a:lvl3pPr>
            <a:lvl4pPr marL="1600200" indent="-228600">
              <a:defRPr>
                <a:solidFill>
                  <a:schemeClr val="tx1"/>
                </a:solidFill>
                <a:latin typeface="Verdana" panose="020B0604030504040204" pitchFamily="34" charset="0"/>
                <a:ea typeface="黑体" panose="02010609060101010101" pitchFamily="49" charset="-122"/>
              </a:defRPr>
            </a:lvl4pPr>
            <a:lvl5pPr marL="2057400" indent="-228600">
              <a:defRPr>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9pPr>
          </a:lstStyle>
          <a:p>
            <a:pPr>
              <a:lnSpc>
                <a:spcPct val="120000"/>
              </a:lnSpc>
              <a:spcBef>
                <a:spcPct val="50000"/>
              </a:spcBef>
            </a:pPr>
            <a:r>
              <a:rPr kumimoji="1" lang="en-US" altLang="zh-CN" sz="2200" dirty="0">
                <a:latin typeface="微软雅黑" panose="020B0503020204020204" pitchFamily="34" charset="-122"/>
                <a:ea typeface="微软雅黑" panose="020B0503020204020204" pitchFamily="34" charset="-122"/>
              </a:rPr>
              <a:t>1969</a:t>
            </a:r>
            <a:r>
              <a:rPr kumimoji="1" lang="zh-CN" altLang="en-US" sz="2200" dirty="0">
                <a:latin typeface="微软雅黑" panose="020B0503020204020204" pitchFamily="34" charset="-122"/>
                <a:ea typeface="微软雅黑" panose="020B0503020204020204" pitchFamily="34" charset="-122"/>
              </a:rPr>
              <a:t>年美国国防部高级研究计划署</a:t>
            </a:r>
            <a:r>
              <a:rPr kumimoji="1" lang="en-US" altLang="zh-CN" sz="2200" dirty="0">
                <a:latin typeface="微软雅黑" panose="020B0503020204020204" pitchFamily="34" charset="-122"/>
                <a:ea typeface="微软雅黑" panose="020B0503020204020204" pitchFamily="34" charset="-122"/>
              </a:rPr>
              <a:t>(Defense Advanced Research Project Agency</a:t>
            </a:r>
            <a:r>
              <a:rPr kumimoji="1" lang="zh-CN" altLang="en-US" sz="2200" dirty="0">
                <a:latin typeface="微软雅黑" panose="020B0503020204020204" pitchFamily="34" charset="-122"/>
                <a:ea typeface="微软雅黑" panose="020B0503020204020204" pitchFamily="34" charset="-122"/>
              </a:rPr>
              <a:t>，</a:t>
            </a:r>
            <a:r>
              <a:rPr kumimoji="1" lang="en-US" altLang="zh-CN" sz="2200" dirty="0">
                <a:latin typeface="微软雅黑" panose="020B0503020204020204" pitchFamily="34" charset="-122"/>
                <a:ea typeface="微软雅黑" panose="020B0503020204020204" pitchFamily="34" charset="-122"/>
              </a:rPr>
              <a:t>DARPA)</a:t>
            </a:r>
            <a:r>
              <a:rPr kumimoji="1" lang="zh-CN" altLang="zh-CN" sz="2200" dirty="0">
                <a:latin typeface="微软雅黑" panose="020B0503020204020204" pitchFamily="34" charset="-122"/>
                <a:ea typeface="微软雅黑" panose="020B0503020204020204" pitchFamily="34" charset="-122"/>
              </a:rPr>
              <a:t>决定研究一种计算机网络，能够在战争状态下经受得起局部被破坏，即一种</a:t>
            </a:r>
            <a:r>
              <a:rPr kumimoji="1" lang="zh-CN" altLang="zh-CN" sz="2200" dirty="0">
                <a:solidFill>
                  <a:srgbClr val="3366FF"/>
                </a:solidFill>
                <a:latin typeface="微软雅黑" panose="020B0503020204020204" pitchFamily="34" charset="-122"/>
                <a:ea typeface="微软雅黑" panose="020B0503020204020204" pitchFamily="34" charset="-122"/>
              </a:rPr>
              <a:t>无中心的网络</a:t>
            </a:r>
            <a:r>
              <a:rPr kumimoji="1" lang="zh-CN" altLang="zh-CN" sz="2200" dirty="0">
                <a:latin typeface="微软雅黑" panose="020B0503020204020204" pitchFamily="34" charset="-122"/>
                <a:ea typeface="微软雅黑" panose="020B0503020204020204" pitchFamily="34" charset="-122"/>
              </a:rPr>
              <a:t>，并能够将使用不同</a:t>
            </a:r>
            <a:r>
              <a:rPr kumimoji="1" lang="zh-CN" altLang="en-US" sz="2200" dirty="0">
                <a:latin typeface="微软雅黑" panose="020B0503020204020204" pitchFamily="34" charset="-122"/>
                <a:ea typeface="微软雅黑" panose="020B0503020204020204" pitchFamily="34" charset="-122"/>
              </a:rPr>
              <a:t>单位</a:t>
            </a:r>
            <a:r>
              <a:rPr kumimoji="1" lang="zh-CN" altLang="zh-CN" sz="2200" dirty="0">
                <a:latin typeface="微软雅黑" panose="020B0503020204020204" pitchFamily="34" charset="-122"/>
                <a:ea typeface="微软雅黑" panose="020B0503020204020204" pitchFamily="34" charset="-122"/>
              </a:rPr>
              <a:t>的网络连接在一起。</a:t>
            </a:r>
            <a:endParaRPr kumimoji="1" lang="zh-CN" altLang="en-US" sz="2200" dirty="0">
              <a:latin typeface="微软雅黑" panose="020B0503020204020204" pitchFamily="34" charset="-122"/>
              <a:ea typeface="微软雅黑" panose="020B0503020204020204" pitchFamily="34" charset="-122"/>
            </a:endParaRPr>
          </a:p>
        </p:txBody>
      </p:sp>
      <p:sp>
        <p:nvSpPr>
          <p:cNvPr id="7" name="Text Box 5">
            <a:extLst>
              <a:ext uri="{FF2B5EF4-FFF2-40B4-BE49-F238E27FC236}">
                <a16:creationId xmlns:a16="http://schemas.microsoft.com/office/drawing/2014/main" id="{10777C91-8EE3-404A-8854-224BE3B73D70}"/>
              </a:ext>
            </a:extLst>
          </p:cNvPr>
          <p:cNvSpPr txBox="1">
            <a:spLocks noChangeArrowheads="1"/>
          </p:cNvSpPr>
          <p:nvPr/>
        </p:nvSpPr>
        <p:spPr bwMode="auto">
          <a:xfrm>
            <a:off x="407368" y="3356694"/>
            <a:ext cx="4896544" cy="7997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Verdana" panose="020B0604030504040204" pitchFamily="34" charset="0"/>
                <a:ea typeface="黑体" panose="02010609060101010101" pitchFamily="49" charset="-122"/>
              </a:defRPr>
            </a:lvl1pPr>
            <a:lvl2pPr marL="742950" indent="-285750">
              <a:defRPr>
                <a:solidFill>
                  <a:schemeClr val="tx1"/>
                </a:solidFill>
                <a:latin typeface="Verdana" panose="020B0604030504040204" pitchFamily="34" charset="0"/>
                <a:ea typeface="黑体" panose="02010609060101010101" pitchFamily="49" charset="-122"/>
              </a:defRPr>
            </a:lvl2pPr>
            <a:lvl3pPr marL="1143000" indent="-228600">
              <a:defRPr>
                <a:solidFill>
                  <a:schemeClr val="tx1"/>
                </a:solidFill>
                <a:latin typeface="Verdana" panose="020B0604030504040204" pitchFamily="34" charset="0"/>
                <a:ea typeface="黑体" panose="02010609060101010101" pitchFamily="49" charset="-122"/>
              </a:defRPr>
            </a:lvl3pPr>
            <a:lvl4pPr marL="1600200" indent="-228600">
              <a:defRPr>
                <a:solidFill>
                  <a:schemeClr val="tx1"/>
                </a:solidFill>
                <a:latin typeface="Verdana" panose="020B0604030504040204" pitchFamily="34" charset="0"/>
                <a:ea typeface="黑体" panose="02010609060101010101" pitchFamily="49" charset="-122"/>
              </a:defRPr>
            </a:lvl4pPr>
            <a:lvl5pPr marL="2057400" indent="-228600">
              <a:defRPr>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9pPr>
          </a:lstStyle>
          <a:p>
            <a:pPr>
              <a:lnSpc>
                <a:spcPct val="120000"/>
              </a:lnSpc>
              <a:spcBef>
                <a:spcPct val="50000"/>
              </a:spcBef>
            </a:pPr>
            <a:r>
              <a:rPr kumimoji="1" lang="en-US" altLang="zh-CN" sz="2000" dirty="0">
                <a:solidFill>
                  <a:srgbClr val="FF0000"/>
                </a:solidFill>
                <a:latin typeface="微软雅黑" panose="020B0503020204020204" pitchFamily="34" charset="-122"/>
                <a:ea typeface="微软雅黑" panose="020B0503020204020204" pitchFamily="34" charset="-122"/>
              </a:rPr>
              <a:t>ARPAnet</a:t>
            </a:r>
            <a:r>
              <a:rPr kumimoji="1" lang="zh-CN" altLang="en-US" sz="2000" dirty="0">
                <a:solidFill>
                  <a:srgbClr val="FF0000"/>
                </a:solidFill>
                <a:latin typeface="微软雅黑" panose="020B0503020204020204" pitchFamily="34" charset="-122"/>
                <a:ea typeface="微软雅黑" panose="020B0503020204020204" pitchFamily="34" charset="-122"/>
              </a:rPr>
              <a:t>称为为分组交换网之父。</a:t>
            </a:r>
            <a:r>
              <a:rPr kumimoji="1" lang="zh-CN" altLang="en-US" sz="2000" dirty="0">
                <a:solidFill>
                  <a:srgbClr val="0070C0"/>
                </a:solidFill>
                <a:latin typeface="微软雅黑" panose="020B0503020204020204" pitchFamily="34" charset="-122"/>
                <a:ea typeface="微软雅黑" panose="020B0503020204020204" pitchFamily="34" charset="-122"/>
              </a:rPr>
              <a:t>刚开始连接了四个结点，这就是因特网的前身。 </a:t>
            </a:r>
          </a:p>
        </p:txBody>
      </p:sp>
      <p:pic>
        <p:nvPicPr>
          <p:cNvPr id="12290" name="Picture 2">
            <a:extLst>
              <a:ext uri="{FF2B5EF4-FFF2-40B4-BE49-F238E27FC236}">
                <a16:creationId xmlns:a16="http://schemas.microsoft.com/office/drawing/2014/main" id="{0CFCDE9E-0C81-4BB7-8B2F-B9EB14B68E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3392" y="4255428"/>
            <a:ext cx="3312368" cy="2340896"/>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组合 12">
            <a:extLst>
              <a:ext uri="{FF2B5EF4-FFF2-40B4-BE49-F238E27FC236}">
                <a16:creationId xmlns:a16="http://schemas.microsoft.com/office/drawing/2014/main" id="{FF106393-A951-437A-8C1C-BE5AC2A5CBDE}"/>
              </a:ext>
            </a:extLst>
          </p:cNvPr>
          <p:cNvGrpSpPr/>
          <p:nvPr/>
        </p:nvGrpSpPr>
        <p:grpSpPr>
          <a:xfrm>
            <a:off x="5807968" y="3255934"/>
            <a:ext cx="5777691" cy="3440551"/>
            <a:chOff x="5663952" y="3255019"/>
            <a:chExt cx="5777691" cy="3440551"/>
          </a:xfrm>
        </p:grpSpPr>
        <p:pic>
          <p:nvPicPr>
            <p:cNvPr id="12292" name="Picture 4">
              <a:extLst>
                <a:ext uri="{FF2B5EF4-FFF2-40B4-BE49-F238E27FC236}">
                  <a16:creationId xmlns:a16="http://schemas.microsoft.com/office/drawing/2014/main" id="{3F8A86EE-F5D1-4548-BA2E-0D3A762904D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63952" y="3255019"/>
              <a:ext cx="5472608" cy="3330281"/>
            </a:xfrm>
            <a:prstGeom prst="rect">
              <a:avLst/>
            </a:prstGeom>
            <a:noFill/>
            <a:extLst>
              <a:ext uri="{909E8E84-426E-40DD-AFC4-6F175D3DCCD1}">
                <a14:hiddenFill xmlns:a14="http://schemas.microsoft.com/office/drawing/2010/main">
                  <a:solidFill>
                    <a:srgbClr val="FFFFFF"/>
                  </a:solidFill>
                </a14:hiddenFill>
              </a:ext>
            </a:extLst>
          </p:spPr>
        </p:pic>
        <p:pic>
          <p:nvPicPr>
            <p:cNvPr id="12" name="图片 11">
              <a:extLst>
                <a:ext uri="{FF2B5EF4-FFF2-40B4-BE49-F238E27FC236}">
                  <a16:creationId xmlns:a16="http://schemas.microsoft.com/office/drawing/2014/main" id="{E4DF1141-2EA3-4764-A9A0-55244E237A0C}"/>
                </a:ext>
              </a:extLst>
            </p:cNvPr>
            <p:cNvPicPr>
              <a:picLocks noChangeAspect="1"/>
            </p:cNvPicPr>
            <p:nvPr/>
          </p:nvPicPr>
          <p:blipFill>
            <a:blip r:embed="rId4"/>
            <a:stretch>
              <a:fillRect/>
            </a:stretch>
          </p:blipFill>
          <p:spPr>
            <a:xfrm>
              <a:off x="10416480" y="6439657"/>
              <a:ext cx="1025163" cy="255913"/>
            </a:xfrm>
            <a:prstGeom prst="rect">
              <a:avLst/>
            </a:prstGeom>
          </p:spPr>
        </p:pic>
      </p:grpSp>
    </p:spTree>
    <p:extLst>
      <p:ext uri="{BB962C8B-B14F-4D97-AF65-F5344CB8AC3E}">
        <p14:creationId xmlns:p14="http://schemas.microsoft.com/office/powerpoint/2010/main" val="3873149980"/>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9B3E0760-6380-4870-9726-C7CE7EB02A74}"/>
              </a:ext>
            </a:extLst>
          </p:cNvPr>
          <p:cNvSpPr txBox="1">
            <a:spLocks noChangeArrowheads="1"/>
          </p:cNvSpPr>
          <p:nvPr/>
        </p:nvSpPr>
        <p:spPr>
          <a:xfrm>
            <a:off x="263352" y="260648"/>
            <a:ext cx="4410075" cy="46831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80000"/>
              </a:lnSpc>
              <a:spcBef>
                <a:spcPct val="50000"/>
              </a:spcBef>
              <a:spcAft>
                <a:spcPts val="0"/>
              </a:spcAft>
            </a:pPr>
            <a:r>
              <a:rPr kumimoji="1" lang="en-US" altLang="zh-CN" sz="3000" b="1">
                <a:latin typeface="Times New Roman" panose="02020603050405020304" pitchFamily="18" charset="0"/>
                <a:ea typeface="黑体" panose="02010609060101010101" pitchFamily="49" charset="-122"/>
                <a:cs typeface="Times New Roman" panose="02020603050405020304" pitchFamily="18" charset="0"/>
              </a:rPr>
              <a:t>1.1</a:t>
            </a:r>
            <a:r>
              <a:rPr kumimoji="1" lang="en-US" altLang="zh-CN" sz="3000" b="1">
                <a:latin typeface="黑体" panose="02010609060101010101" pitchFamily="49" charset="-122"/>
                <a:ea typeface="黑体" panose="02010609060101010101" pitchFamily="49" charset="-122"/>
                <a:cs typeface="Times New Roman" panose="02020603050405020304" pitchFamily="18" charset="0"/>
              </a:rPr>
              <a:t> </a:t>
            </a:r>
            <a:r>
              <a:rPr kumimoji="1" lang="zh-CN" altLang="en-US" sz="2800">
                <a:latin typeface="微软雅黑" panose="020B0503020204020204" pitchFamily="34" charset="-122"/>
                <a:ea typeface="微软雅黑" panose="020B0503020204020204" pitchFamily="34" charset="-122"/>
                <a:cs typeface="Times New Roman" panose="02020603050405020304" pitchFamily="18" charset="0"/>
              </a:rPr>
              <a:t>计算机网络</a:t>
            </a:r>
            <a:r>
              <a:rPr kumimoji="1" lang="zh-CN" altLang="en-US" sz="3000">
                <a:latin typeface="微软雅黑" panose="020B0503020204020204" pitchFamily="34" charset="-122"/>
                <a:ea typeface="微软雅黑" panose="020B0503020204020204" pitchFamily="34" charset="-122"/>
                <a:cs typeface="Times New Roman" panose="02020603050405020304" pitchFamily="18" charset="0"/>
              </a:rPr>
              <a:t>的发展</a:t>
            </a:r>
            <a:endParaRPr kumimoji="1" lang="zh-CN" altLang="en-US" sz="3000" b="1">
              <a:latin typeface="黑体" panose="02010609060101010101" pitchFamily="49" charset="-122"/>
              <a:ea typeface="黑体" panose="02010609060101010101" pitchFamily="49" charset="-122"/>
              <a:cs typeface="Times New Roman" panose="02020603050405020304" pitchFamily="18" charset="0"/>
            </a:endParaRPr>
          </a:p>
        </p:txBody>
      </p:sp>
      <p:sp>
        <p:nvSpPr>
          <p:cNvPr id="3" name="矩形 2">
            <a:extLst>
              <a:ext uri="{FF2B5EF4-FFF2-40B4-BE49-F238E27FC236}">
                <a16:creationId xmlns:a16="http://schemas.microsoft.com/office/drawing/2014/main" id="{453DBF87-DA53-40BD-8AD8-55E649BDCFEA}"/>
              </a:ext>
            </a:extLst>
          </p:cNvPr>
          <p:cNvSpPr/>
          <p:nvPr/>
        </p:nvSpPr>
        <p:spPr bwMode="auto">
          <a:xfrm>
            <a:off x="8299973" y="-15506"/>
            <a:ext cx="3913187" cy="2003425"/>
          </a:xfrm>
          <a:prstGeom prst="rect">
            <a:avLst/>
          </a:prstGeom>
          <a:solidFill>
            <a:schemeClr val="bg1">
              <a:lumMod val="95000"/>
            </a:schemeClr>
          </a:solidFill>
          <a:ln w="9525" cap="flat" cmpd="sng" algn="ctr">
            <a:solidFill>
              <a:schemeClr val="tx1"/>
            </a:solidFill>
            <a:prstDash val="dash"/>
            <a:round/>
            <a:headEnd type="none" w="med" len="med"/>
            <a:tailEnd type="none" w="med" len="med"/>
          </a:ln>
          <a:effectLst/>
        </p:spPr>
        <p:txBody>
          <a:bodyPr>
            <a:spAutoFit/>
          </a:bodyPr>
          <a:lstStyle/>
          <a:p>
            <a:pPr eaLnBrk="1" hangingPunct="1">
              <a:defRPr/>
            </a:pPr>
            <a:endParaRPr lang="zh-CN" altLang="en-US"/>
          </a:p>
        </p:txBody>
      </p:sp>
      <p:sp>
        <p:nvSpPr>
          <p:cNvPr id="4" name="Text Box 2">
            <a:extLst>
              <a:ext uri="{FF2B5EF4-FFF2-40B4-BE49-F238E27FC236}">
                <a16:creationId xmlns:a16="http://schemas.microsoft.com/office/drawing/2014/main" id="{36005D3F-D50E-4601-83F4-D755D80E26EE}"/>
              </a:ext>
            </a:extLst>
          </p:cNvPr>
          <p:cNvSpPr txBox="1">
            <a:spLocks noChangeArrowheads="1"/>
          </p:cNvSpPr>
          <p:nvPr/>
        </p:nvSpPr>
        <p:spPr bwMode="auto">
          <a:xfrm>
            <a:off x="348608" y="980770"/>
            <a:ext cx="8154987"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50000"/>
              </a:spcBef>
              <a:buClrTx/>
              <a:buFontTx/>
              <a:buNone/>
            </a:pPr>
            <a:r>
              <a:rPr kumimoji="1" lang="zh-CN" altLang="en-US" sz="2400" dirty="0">
                <a:solidFill>
                  <a:srgbClr val="0070C0"/>
                </a:solidFill>
                <a:latin typeface="微软雅黑" panose="020B0503020204020204" pitchFamily="34" charset="-122"/>
                <a:ea typeface="微软雅黑" panose="020B0503020204020204" pitchFamily="34" charset="-122"/>
              </a:rPr>
              <a:t>（</a:t>
            </a:r>
            <a:r>
              <a:rPr kumimoji="1" lang="en-US" altLang="zh-CN" sz="2400" dirty="0">
                <a:solidFill>
                  <a:srgbClr val="0070C0"/>
                </a:solidFill>
                <a:latin typeface="微软雅黑" panose="020B0503020204020204" pitchFamily="34" charset="-122"/>
                <a:ea typeface="微软雅黑" panose="020B0503020204020204" pitchFamily="34" charset="-122"/>
              </a:rPr>
              <a:t>2</a:t>
            </a:r>
            <a:r>
              <a:rPr kumimoji="1" lang="zh-CN" altLang="en-US" sz="2400" dirty="0">
                <a:solidFill>
                  <a:srgbClr val="0070C0"/>
                </a:solidFill>
                <a:latin typeface="微软雅黑" panose="020B0503020204020204" pitchFamily="34" charset="-122"/>
                <a:ea typeface="微软雅黑" panose="020B0503020204020204" pitchFamily="34" charset="-122"/>
              </a:rPr>
              <a:t>）第二阶段（形成与发展）：计算机</a:t>
            </a:r>
            <a:r>
              <a:rPr kumimoji="1" lang="en-US" altLang="zh-CN" sz="2400" dirty="0">
                <a:solidFill>
                  <a:srgbClr val="0070C0"/>
                </a:solidFill>
                <a:latin typeface="微软雅黑" panose="020B0503020204020204" pitchFamily="34" charset="-122"/>
                <a:ea typeface="微软雅黑" panose="020B0503020204020204" pitchFamily="34" charset="-122"/>
              </a:rPr>
              <a:t>-</a:t>
            </a:r>
            <a:r>
              <a:rPr kumimoji="1" lang="zh-CN" altLang="en-US" sz="2400" dirty="0">
                <a:solidFill>
                  <a:srgbClr val="0070C0"/>
                </a:solidFill>
                <a:latin typeface="微软雅黑" panose="020B0503020204020204" pitchFamily="34" charset="-122"/>
                <a:ea typeface="微软雅黑" panose="020B0503020204020204" pitchFamily="34" charset="-122"/>
              </a:rPr>
              <a:t>计算机通信</a:t>
            </a:r>
          </a:p>
        </p:txBody>
      </p:sp>
      <p:sp>
        <p:nvSpPr>
          <p:cNvPr id="5" name="Text Box 39">
            <a:extLst>
              <a:ext uri="{FF2B5EF4-FFF2-40B4-BE49-F238E27FC236}">
                <a16:creationId xmlns:a16="http://schemas.microsoft.com/office/drawing/2014/main" id="{17FFCB13-B0C6-4CB9-BB01-9213361AEBF1}"/>
              </a:ext>
            </a:extLst>
          </p:cNvPr>
          <p:cNvSpPr txBox="1">
            <a:spLocks noChangeArrowheads="1"/>
          </p:cNvSpPr>
          <p:nvPr/>
        </p:nvSpPr>
        <p:spPr bwMode="auto">
          <a:xfrm>
            <a:off x="610717" y="1639832"/>
            <a:ext cx="3884749"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50000"/>
              </a:spcBef>
              <a:buClrTx/>
              <a:buFontTx/>
              <a:buNone/>
            </a:pPr>
            <a:r>
              <a:rPr kumimoji="1" lang="zh-CN" altLang="en-US" sz="2400" dirty="0">
                <a:solidFill>
                  <a:srgbClr val="FF0000"/>
                </a:solidFill>
                <a:latin typeface="微软雅黑" panose="020B0503020204020204" pitchFamily="34" charset="-122"/>
                <a:ea typeface="微软雅黑" panose="020B0503020204020204" pitchFamily="34" charset="-122"/>
              </a:rPr>
              <a:t>标志性成果：分组交换技术</a:t>
            </a:r>
            <a:endParaRPr kumimoji="1" lang="en-US" altLang="zh-CN" sz="2400" dirty="0">
              <a:solidFill>
                <a:srgbClr val="FF0000"/>
              </a:solidFill>
              <a:latin typeface="微软雅黑" panose="020B0503020204020204" pitchFamily="34" charset="-122"/>
              <a:ea typeface="微软雅黑" panose="020B0503020204020204" pitchFamily="34" charset="-122"/>
            </a:endParaRPr>
          </a:p>
        </p:txBody>
      </p:sp>
      <p:pic>
        <p:nvPicPr>
          <p:cNvPr id="7" name="图片 3">
            <a:extLst>
              <a:ext uri="{FF2B5EF4-FFF2-40B4-BE49-F238E27FC236}">
                <a16:creationId xmlns:a16="http://schemas.microsoft.com/office/drawing/2014/main" id="{BB2AE8C3-6C5C-42AA-8BAA-0687887005E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10717" y="4797440"/>
            <a:ext cx="2031325" cy="493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5">
            <a:extLst>
              <a:ext uri="{FF2B5EF4-FFF2-40B4-BE49-F238E27FC236}">
                <a16:creationId xmlns:a16="http://schemas.microsoft.com/office/drawing/2014/main" id="{9DF35903-C2D3-4BA4-9593-15208788EBF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21808" y="4298754"/>
            <a:ext cx="5152986" cy="2259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5">
            <a:extLst>
              <a:ext uri="{FF2B5EF4-FFF2-40B4-BE49-F238E27FC236}">
                <a16:creationId xmlns:a16="http://schemas.microsoft.com/office/drawing/2014/main" id="{6830D4D1-3471-4E86-8AC6-6F3C30A917E7}"/>
              </a:ext>
            </a:extLst>
          </p:cNvPr>
          <p:cNvSpPr>
            <a:spLocks noChangeArrowheads="1"/>
          </p:cNvSpPr>
          <p:nvPr/>
        </p:nvSpPr>
        <p:spPr bwMode="auto">
          <a:xfrm>
            <a:off x="558800" y="2251372"/>
            <a:ext cx="11074400" cy="22031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黑体" panose="02010609060101010101" pitchFamily="49" charset="-122"/>
              </a:defRPr>
            </a:lvl1pPr>
            <a:lvl2pPr marL="742950" indent="-285750">
              <a:defRPr>
                <a:solidFill>
                  <a:schemeClr val="tx1"/>
                </a:solidFill>
                <a:latin typeface="Verdana" panose="020B0604030504040204" pitchFamily="34" charset="0"/>
                <a:ea typeface="黑体" panose="02010609060101010101" pitchFamily="49" charset="-122"/>
              </a:defRPr>
            </a:lvl2pPr>
            <a:lvl3pPr marL="1143000" indent="-228600">
              <a:defRPr>
                <a:solidFill>
                  <a:schemeClr val="tx1"/>
                </a:solidFill>
                <a:latin typeface="Verdana" panose="020B0604030504040204" pitchFamily="34" charset="0"/>
                <a:ea typeface="黑体" panose="02010609060101010101" pitchFamily="49" charset="-122"/>
              </a:defRPr>
            </a:lvl3pPr>
            <a:lvl4pPr marL="1600200" indent="-228600">
              <a:defRPr>
                <a:solidFill>
                  <a:schemeClr val="tx1"/>
                </a:solidFill>
                <a:latin typeface="Verdana" panose="020B0604030504040204" pitchFamily="34" charset="0"/>
                <a:ea typeface="黑体" panose="02010609060101010101" pitchFamily="49" charset="-122"/>
              </a:defRPr>
            </a:lvl4pPr>
            <a:lvl5pPr marL="2057400" indent="-228600">
              <a:defRPr>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9pPr>
          </a:lstStyle>
          <a:p>
            <a:pPr>
              <a:lnSpc>
                <a:spcPct val="120000"/>
              </a:lnSpc>
              <a:spcBef>
                <a:spcPct val="50000"/>
              </a:spcBef>
            </a:pPr>
            <a:r>
              <a:rPr kumimoji="1" lang="zh-CN" altLang="en-US" sz="2000" dirty="0">
                <a:latin typeface="微软雅黑" panose="020B0503020204020204" pitchFamily="34" charset="-122"/>
                <a:ea typeface="微软雅黑" panose="020B0503020204020204" pitchFamily="34" charset="-122"/>
              </a:rPr>
              <a:t>将发送的整块数据称为一个报文。在发送报文之前，</a:t>
            </a:r>
            <a:r>
              <a:rPr kumimoji="1" lang="zh-CN" altLang="en-US" sz="2400" u="sng" dirty="0">
                <a:solidFill>
                  <a:srgbClr val="3333FF"/>
                </a:solidFill>
                <a:latin typeface="微软雅黑" panose="020B0503020204020204" pitchFamily="34" charset="-122"/>
                <a:ea typeface="微软雅黑" panose="020B0503020204020204" pitchFamily="34" charset="-122"/>
              </a:rPr>
              <a:t>先将较长的报文划分成为一个个更小的等长数据段</a:t>
            </a:r>
            <a:r>
              <a:rPr kumimoji="1" lang="zh-CN" altLang="en-US" sz="2400" dirty="0">
                <a:latin typeface="微软雅黑" panose="020B0503020204020204" pitchFamily="34" charset="-122"/>
                <a:ea typeface="微软雅黑" panose="020B0503020204020204" pitchFamily="34" charset="-122"/>
              </a:rPr>
              <a:t>，</a:t>
            </a:r>
            <a:r>
              <a:rPr kumimoji="1" lang="zh-CN" altLang="en-US" sz="2000" dirty="0">
                <a:latin typeface="微软雅黑" panose="020B0503020204020204" pitchFamily="34" charset="-122"/>
                <a:ea typeface="微软雅黑" panose="020B0503020204020204" pitchFamily="34" charset="-122"/>
              </a:rPr>
              <a:t>例如，每个数据段为</a:t>
            </a:r>
            <a:r>
              <a:rPr kumimoji="1" lang="en-US" altLang="zh-CN" sz="2000" dirty="0">
                <a:latin typeface="微软雅黑" panose="020B0503020204020204" pitchFamily="34" charset="-122"/>
                <a:ea typeface="微软雅黑" panose="020B0503020204020204" pitchFamily="34" charset="-122"/>
              </a:rPr>
              <a:t>1518</a:t>
            </a:r>
            <a:r>
              <a:rPr kumimoji="1" lang="zh-CN" altLang="en-US" sz="2000" dirty="0">
                <a:latin typeface="微软雅黑" panose="020B0503020204020204" pitchFamily="34" charset="-122"/>
                <a:ea typeface="微软雅黑" panose="020B0503020204020204" pitchFamily="34" charset="-122"/>
              </a:rPr>
              <a:t>字节。在</a:t>
            </a:r>
            <a:r>
              <a:rPr kumimoji="1" lang="zh-CN" altLang="en-US" sz="2400" u="sng" dirty="0">
                <a:solidFill>
                  <a:srgbClr val="3333FF"/>
                </a:solidFill>
                <a:latin typeface="微软雅黑" panose="020B0503020204020204" pitchFamily="34" charset="-122"/>
                <a:ea typeface="微软雅黑" panose="020B0503020204020204" pitchFamily="34" charset="-122"/>
              </a:rPr>
              <a:t>每</a:t>
            </a:r>
            <a:r>
              <a:rPr kumimoji="1" lang="en-US" altLang="zh-CN" sz="2400" u="sng" dirty="0">
                <a:solidFill>
                  <a:srgbClr val="3333FF"/>
                </a:solidFill>
                <a:latin typeface="微软雅黑" panose="020B0503020204020204" pitchFamily="34" charset="-122"/>
                <a:ea typeface="微软雅黑" panose="020B0503020204020204" pitchFamily="34" charset="-122"/>
              </a:rPr>
              <a:t>—</a:t>
            </a:r>
            <a:r>
              <a:rPr kumimoji="1" lang="zh-CN" altLang="en-US" sz="2400" u="sng" dirty="0">
                <a:solidFill>
                  <a:srgbClr val="3333FF"/>
                </a:solidFill>
                <a:latin typeface="微软雅黑" panose="020B0503020204020204" pitchFamily="34" charset="-122"/>
                <a:ea typeface="微软雅黑" panose="020B0503020204020204" pitchFamily="34" charset="-122"/>
              </a:rPr>
              <a:t>个数据段的前面加上首部</a:t>
            </a:r>
            <a:r>
              <a:rPr kumimoji="1" lang="zh-CN" altLang="en-US" sz="2000" dirty="0">
                <a:latin typeface="微软雅黑" panose="020B0503020204020204" pitchFamily="34" charset="-122"/>
                <a:ea typeface="微软雅黑" panose="020B0503020204020204" pitchFamily="34" charset="-122"/>
              </a:rPr>
              <a:t>后，就构成了一个分组。</a:t>
            </a:r>
            <a:r>
              <a:rPr kumimoji="1" lang="zh-CN" altLang="en-US" sz="2400" dirty="0">
                <a:solidFill>
                  <a:srgbClr val="3333FF"/>
                </a:solidFill>
                <a:latin typeface="微软雅黑" panose="020B0503020204020204" pitchFamily="34" charset="-122"/>
                <a:ea typeface="微软雅黑" panose="020B0503020204020204" pitchFamily="34" charset="-122"/>
              </a:rPr>
              <a:t>首部包含了目的地址和源地址等重要控制信息</a:t>
            </a:r>
            <a:r>
              <a:rPr kumimoji="1" lang="zh-CN" altLang="en-US" sz="2000" dirty="0">
                <a:latin typeface="微软雅黑" panose="020B0503020204020204" pitchFamily="34" charset="-122"/>
                <a:ea typeface="微软雅黑" panose="020B0503020204020204" pitchFamily="34" charset="-122"/>
              </a:rPr>
              <a:t>，而分组交换网只有从分组的首部才能获知应将此分组发往何处。交换网采用“</a:t>
            </a:r>
            <a:r>
              <a:rPr kumimoji="1" lang="zh-CN" altLang="en-US" sz="2400" u="sng" dirty="0">
                <a:solidFill>
                  <a:srgbClr val="3333FF"/>
                </a:solidFill>
                <a:latin typeface="微软雅黑" panose="020B0503020204020204" pitchFamily="34" charset="-122"/>
                <a:ea typeface="微软雅黑" panose="020B0503020204020204" pitchFamily="34" charset="-122"/>
              </a:rPr>
              <a:t>存储</a:t>
            </a:r>
            <a:r>
              <a:rPr kumimoji="1" lang="en-US" altLang="zh-CN" sz="2400" u="sng" dirty="0">
                <a:solidFill>
                  <a:srgbClr val="3333FF"/>
                </a:solidFill>
                <a:latin typeface="微软雅黑" panose="020B0503020204020204" pitchFamily="34" charset="-122"/>
                <a:ea typeface="微软雅黑" panose="020B0503020204020204" pitchFamily="34" charset="-122"/>
              </a:rPr>
              <a:t>-</a:t>
            </a:r>
            <a:r>
              <a:rPr kumimoji="1" lang="zh-CN" altLang="en-US" sz="2400" u="sng" dirty="0">
                <a:solidFill>
                  <a:srgbClr val="3333FF"/>
                </a:solidFill>
                <a:latin typeface="微软雅黑" panose="020B0503020204020204" pitchFamily="34" charset="-122"/>
                <a:ea typeface="微软雅黑" panose="020B0503020204020204" pitchFamily="34" charset="-122"/>
              </a:rPr>
              <a:t>转发”方式接力</a:t>
            </a:r>
            <a:r>
              <a:rPr kumimoji="1" lang="zh-CN" altLang="en-US" sz="2000" dirty="0">
                <a:latin typeface="微软雅黑" panose="020B0503020204020204" pitchFamily="34" charset="-122"/>
                <a:ea typeface="微软雅黑" panose="020B0503020204020204" pitchFamily="34" charset="-122"/>
              </a:rPr>
              <a:t>将分组传输到目标计算机。</a:t>
            </a:r>
          </a:p>
        </p:txBody>
      </p:sp>
      <p:sp>
        <p:nvSpPr>
          <p:cNvPr id="10" name="矩形 6">
            <a:extLst>
              <a:ext uri="{FF2B5EF4-FFF2-40B4-BE49-F238E27FC236}">
                <a16:creationId xmlns:a16="http://schemas.microsoft.com/office/drawing/2014/main" id="{3D8CD34D-8A95-4025-9F42-25D1954058AC}"/>
              </a:ext>
            </a:extLst>
          </p:cNvPr>
          <p:cNvSpPr>
            <a:spLocks noChangeArrowheads="1"/>
          </p:cNvSpPr>
          <p:nvPr/>
        </p:nvSpPr>
        <p:spPr bwMode="auto">
          <a:xfrm>
            <a:off x="558800" y="5509336"/>
            <a:ext cx="20313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黑体" panose="02010609060101010101" pitchFamily="49" charset="-122"/>
              </a:defRPr>
            </a:lvl1pPr>
            <a:lvl2pPr marL="742950" indent="-285750">
              <a:defRPr>
                <a:solidFill>
                  <a:schemeClr val="tx1"/>
                </a:solidFill>
                <a:latin typeface="Verdana" panose="020B0604030504040204" pitchFamily="34" charset="0"/>
                <a:ea typeface="黑体" panose="02010609060101010101" pitchFamily="49" charset="-122"/>
              </a:defRPr>
            </a:lvl2pPr>
            <a:lvl3pPr marL="1143000" indent="-228600">
              <a:defRPr>
                <a:solidFill>
                  <a:schemeClr val="tx1"/>
                </a:solidFill>
                <a:latin typeface="Verdana" panose="020B0604030504040204" pitchFamily="34" charset="0"/>
                <a:ea typeface="黑体" panose="02010609060101010101" pitchFamily="49" charset="-122"/>
              </a:defRPr>
            </a:lvl3pPr>
            <a:lvl4pPr marL="1600200" indent="-228600">
              <a:defRPr>
                <a:solidFill>
                  <a:schemeClr val="tx1"/>
                </a:solidFill>
                <a:latin typeface="Verdana" panose="020B0604030504040204" pitchFamily="34" charset="0"/>
                <a:ea typeface="黑体" panose="02010609060101010101" pitchFamily="49" charset="-122"/>
              </a:defRPr>
            </a:lvl4pPr>
            <a:lvl5pPr marL="2057400" indent="-228600">
              <a:defRPr>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9pPr>
          </a:lstStyle>
          <a:p>
            <a:r>
              <a:rPr kumimoji="1" lang="zh-CN" altLang="en-US" sz="2400" dirty="0">
                <a:latin typeface="微软雅黑" panose="020B0503020204020204" pitchFamily="34" charset="-122"/>
                <a:ea typeface="微软雅黑" panose="020B0503020204020204" pitchFamily="34" charset="-122"/>
              </a:rPr>
              <a:t>分组逻辑结构</a:t>
            </a:r>
            <a:endParaRPr lang="zh-CN" altLang="en-US" sz="2400" dirty="0"/>
          </a:p>
        </p:txBody>
      </p:sp>
      <p:pic>
        <p:nvPicPr>
          <p:cNvPr id="11" name="图片 50">
            <a:extLst>
              <a:ext uri="{FF2B5EF4-FFF2-40B4-BE49-F238E27FC236}">
                <a16:creationId xmlns:a16="http://schemas.microsoft.com/office/drawing/2014/main" id="{20BA4CCF-A394-448F-89DA-F0C57AFEB14C}"/>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608168" y="4080131"/>
            <a:ext cx="4104506" cy="2653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 Box 39">
            <a:extLst>
              <a:ext uri="{FF2B5EF4-FFF2-40B4-BE49-F238E27FC236}">
                <a16:creationId xmlns:a16="http://schemas.microsoft.com/office/drawing/2014/main" id="{AB160786-5179-4886-8AC8-C1A51065328E}"/>
              </a:ext>
            </a:extLst>
          </p:cNvPr>
          <p:cNvSpPr txBox="1">
            <a:spLocks noChangeArrowheads="1"/>
          </p:cNvSpPr>
          <p:nvPr/>
        </p:nvSpPr>
        <p:spPr bwMode="auto">
          <a:xfrm>
            <a:off x="8296798" y="-40906"/>
            <a:ext cx="3233737"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50000"/>
              </a:spcBef>
              <a:buClrTx/>
              <a:buFontTx/>
              <a:buNone/>
            </a:pPr>
            <a:r>
              <a:rPr kumimoji="1" lang="zh-CN" altLang="en-US" sz="1400" dirty="0">
                <a:solidFill>
                  <a:srgbClr val="A50021"/>
                </a:solidFill>
                <a:latin typeface="微软雅黑" panose="020B0503020204020204" pitchFamily="34" charset="-122"/>
                <a:ea typeface="微软雅黑" panose="020B0503020204020204" pitchFamily="34" charset="-122"/>
              </a:rPr>
              <a:t>分组交换理论与技术主要创始人</a:t>
            </a:r>
            <a:endParaRPr kumimoji="1" lang="en-US" altLang="zh-CN" sz="1400" dirty="0">
              <a:latin typeface="微软雅黑" panose="020B0503020204020204" pitchFamily="34" charset="-122"/>
              <a:ea typeface="微软雅黑" panose="020B0503020204020204" pitchFamily="34" charset="-122"/>
            </a:endParaRPr>
          </a:p>
        </p:txBody>
      </p:sp>
      <p:pic>
        <p:nvPicPr>
          <p:cNvPr id="13" name="图片 53">
            <a:extLst>
              <a:ext uri="{FF2B5EF4-FFF2-40B4-BE49-F238E27FC236}">
                <a16:creationId xmlns:a16="http://schemas.microsoft.com/office/drawing/2014/main" id="{714D33EF-7EC0-4D3C-8530-B21B790E68B6}"/>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8573023" y="217856"/>
            <a:ext cx="973137" cy="1236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矩形 54">
            <a:extLst>
              <a:ext uri="{FF2B5EF4-FFF2-40B4-BE49-F238E27FC236}">
                <a16:creationId xmlns:a16="http://schemas.microsoft.com/office/drawing/2014/main" id="{137F6F48-26C7-4AB9-80D4-BBED7B373492}"/>
              </a:ext>
            </a:extLst>
          </p:cNvPr>
          <p:cNvSpPr>
            <a:spLocks noChangeArrowheads="1"/>
          </p:cNvSpPr>
          <p:nvPr/>
        </p:nvSpPr>
        <p:spPr bwMode="auto">
          <a:xfrm>
            <a:off x="8490473" y="1508494"/>
            <a:ext cx="1249362"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黑体" panose="02010609060101010101" pitchFamily="49" charset="-122"/>
              </a:defRPr>
            </a:lvl1pPr>
            <a:lvl2pPr marL="742950" indent="-285750">
              <a:defRPr>
                <a:solidFill>
                  <a:schemeClr val="tx1"/>
                </a:solidFill>
                <a:latin typeface="Verdana" panose="020B0604030504040204" pitchFamily="34" charset="0"/>
                <a:ea typeface="黑体" panose="02010609060101010101" pitchFamily="49" charset="-122"/>
              </a:defRPr>
            </a:lvl2pPr>
            <a:lvl3pPr marL="1143000" indent="-228600">
              <a:defRPr>
                <a:solidFill>
                  <a:schemeClr val="tx1"/>
                </a:solidFill>
                <a:latin typeface="Verdana" panose="020B0604030504040204" pitchFamily="34" charset="0"/>
                <a:ea typeface="黑体" panose="02010609060101010101" pitchFamily="49" charset="-122"/>
              </a:defRPr>
            </a:lvl3pPr>
            <a:lvl4pPr marL="1600200" indent="-228600">
              <a:defRPr>
                <a:solidFill>
                  <a:schemeClr val="tx1"/>
                </a:solidFill>
                <a:latin typeface="Verdana" panose="020B0604030504040204" pitchFamily="34" charset="0"/>
                <a:ea typeface="黑体" panose="02010609060101010101" pitchFamily="49" charset="-122"/>
              </a:defRPr>
            </a:lvl4pPr>
            <a:lvl5pPr marL="2057400" indent="-228600">
              <a:defRPr>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9pPr>
          </a:lstStyle>
          <a:p>
            <a:r>
              <a:rPr lang="zh-CN" altLang="en-US" sz="1100">
                <a:solidFill>
                  <a:srgbClr val="333333"/>
                </a:solidFill>
                <a:latin typeface="微软雅黑" panose="020B0503020204020204" pitchFamily="34" charset="-122"/>
                <a:ea typeface="微软雅黑" panose="020B0503020204020204" pitchFamily="34" charset="-122"/>
              </a:rPr>
              <a:t>雷纳德</a:t>
            </a:r>
            <a:r>
              <a:rPr lang="en-US" altLang="zh-CN" sz="1100">
                <a:solidFill>
                  <a:srgbClr val="333333"/>
                </a:solidFill>
                <a:latin typeface="微软雅黑" panose="020B0503020204020204" pitchFamily="34" charset="-122"/>
                <a:ea typeface="微软雅黑" panose="020B0503020204020204" pitchFamily="34" charset="-122"/>
              </a:rPr>
              <a:t>·</a:t>
            </a:r>
            <a:r>
              <a:rPr lang="zh-CN" altLang="en-US" sz="1100">
                <a:solidFill>
                  <a:srgbClr val="333333"/>
                </a:solidFill>
                <a:latin typeface="微软雅黑" panose="020B0503020204020204" pitchFamily="34" charset="-122"/>
                <a:ea typeface="微软雅黑" panose="020B0503020204020204" pitchFamily="34" charset="-122"/>
              </a:rPr>
              <a:t>克兰罗克</a:t>
            </a:r>
            <a:endParaRPr lang="en-US" altLang="zh-CN" sz="1100">
              <a:solidFill>
                <a:srgbClr val="333333"/>
              </a:solidFill>
              <a:latin typeface="微软雅黑" panose="020B0503020204020204" pitchFamily="34" charset="-122"/>
              <a:ea typeface="微软雅黑" panose="020B0503020204020204" pitchFamily="34" charset="-122"/>
            </a:endParaRPr>
          </a:p>
          <a:p>
            <a:r>
              <a:rPr lang="zh-CN" altLang="en-US" sz="1100">
                <a:solidFill>
                  <a:srgbClr val="333333"/>
                </a:solidFill>
                <a:latin typeface="微软雅黑" panose="020B0503020204020204" pitchFamily="34" charset="-122"/>
                <a:ea typeface="微软雅黑" panose="020B0503020204020204" pitchFamily="34" charset="-122"/>
              </a:rPr>
              <a:t>分组交换的理论</a:t>
            </a:r>
            <a:endParaRPr lang="zh-CN" altLang="en-US" sz="1100">
              <a:latin typeface="微软雅黑" panose="020B0503020204020204" pitchFamily="34" charset="-122"/>
              <a:ea typeface="微软雅黑" panose="020B0503020204020204" pitchFamily="34" charset="-122"/>
            </a:endParaRPr>
          </a:p>
        </p:txBody>
      </p:sp>
      <p:pic>
        <p:nvPicPr>
          <p:cNvPr id="15" name="图片 55">
            <a:extLst>
              <a:ext uri="{FF2B5EF4-FFF2-40B4-BE49-F238E27FC236}">
                <a16:creationId xmlns:a16="http://schemas.microsoft.com/office/drawing/2014/main" id="{E1F1508D-EAA3-4736-95BC-ED952E36FBF8}"/>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9814448" y="217856"/>
            <a:ext cx="946150" cy="1262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矩形 56">
            <a:extLst>
              <a:ext uri="{FF2B5EF4-FFF2-40B4-BE49-F238E27FC236}">
                <a16:creationId xmlns:a16="http://schemas.microsoft.com/office/drawing/2014/main" id="{2874B875-F417-42CC-B606-8A56127F1389}"/>
              </a:ext>
            </a:extLst>
          </p:cNvPr>
          <p:cNvSpPr>
            <a:spLocks noChangeArrowheads="1"/>
          </p:cNvSpPr>
          <p:nvPr/>
        </p:nvSpPr>
        <p:spPr bwMode="auto">
          <a:xfrm>
            <a:off x="9814448" y="1511669"/>
            <a:ext cx="788987"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黑体" panose="02010609060101010101" pitchFamily="49" charset="-122"/>
              </a:defRPr>
            </a:lvl1pPr>
            <a:lvl2pPr marL="742950" indent="-285750">
              <a:defRPr>
                <a:solidFill>
                  <a:schemeClr val="tx1"/>
                </a:solidFill>
                <a:latin typeface="Verdana" panose="020B0604030504040204" pitchFamily="34" charset="0"/>
                <a:ea typeface="黑体" panose="02010609060101010101" pitchFamily="49" charset="-122"/>
              </a:defRPr>
            </a:lvl2pPr>
            <a:lvl3pPr marL="1143000" indent="-228600">
              <a:defRPr>
                <a:solidFill>
                  <a:schemeClr val="tx1"/>
                </a:solidFill>
                <a:latin typeface="Verdana" panose="020B0604030504040204" pitchFamily="34" charset="0"/>
                <a:ea typeface="黑体" panose="02010609060101010101" pitchFamily="49" charset="-122"/>
              </a:defRPr>
            </a:lvl3pPr>
            <a:lvl4pPr marL="1600200" indent="-228600">
              <a:defRPr>
                <a:solidFill>
                  <a:schemeClr val="tx1"/>
                </a:solidFill>
                <a:latin typeface="Verdana" panose="020B0604030504040204" pitchFamily="34" charset="0"/>
                <a:ea typeface="黑体" panose="02010609060101010101" pitchFamily="49" charset="-122"/>
              </a:defRPr>
            </a:lvl4pPr>
            <a:lvl5pPr marL="2057400" indent="-228600">
              <a:defRPr>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9pPr>
          </a:lstStyle>
          <a:p>
            <a:r>
              <a:rPr lang="zh-CN" altLang="en-US" sz="1100">
                <a:solidFill>
                  <a:srgbClr val="333333"/>
                </a:solidFill>
                <a:latin typeface="微软雅黑" panose="020B0503020204020204" pitchFamily="34" charset="-122"/>
                <a:ea typeface="微软雅黑" panose="020B0503020204020204" pitchFamily="34" charset="-122"/>
              </a:rPr>
              <a:t>保罗</a:t>
            </a:r>
            <a:r>
              <a:rPr lang="en-US" altLang="zh-CN" sz="1100">
                <a:solidFill>
                  <a:srgbClr val="333333"/>
                </a:solidFill>
                <a:latin typeface="微软雅黑" panose="020B0503020204020204" pitchFamily="34" charset="-122"/>
                <a:ea typeface="微软雅黑" panose="020B0503020204020204" pitchFamily="34" charset="-122"/>
              </a:rPr>
              <a:t>·</a:t>
            </a:r>
            <a:r>
              <a:rPr lang="zh-CN" altLang="en-US" sz="1100">
                <a:solidFill>
                  <a:srgbClr val="333333"/>
                </a:solidFill>
                <a:latin typeface="微软雅黑" panose="020B0503020204020204" pitchFamily="34" charset="-122"/>
                <a:ea typeface="微软雅黑" panose="020B0503020204020204" pitchFamily="34" charset="-122"/>
              </a:rPr>
              <a:t>巴兰</a:t>
            </a:r>
            <a:endParaRPr lang="en-US" altLang="zh-CN" sz="1100">
              <a:solidFill>
                <a:srgbClr val="333333"/>
              </a:solidFill>
              <a:latin typeface="微软雅黑" panose="020B0503020204020204" pitchFamily="34" charset="-122"/>
              <a:ea typeface="微软雅黑" panose="020B0503020204020204" pitchFamily="34" charset="-122"/>
            </a:endParaRPr>
          </a:p>
          <a:p>
            <a:r>
              <a:rPr lang="zh-CN" altLang="en-US" sz="1100">
                <a:solidFill>
                  <a:srgbClr val="333333"/>
                </a:solidFill>
                <a:latin typeface="微软雅黑" panose="020B0503020204020204" pitchFamily="34" charset="-122"/>
                <a:ea typeface="微软雅黑" panose="020B0503020204020204" pitchFamily="34" charset="-122"/>
              </a:rPr>
              <a:t>存储转发</a:t>
            </a:r>
          </a:p>
        </p:txBody>
      </p:sp>
      <p:pic>
        <p:nvPicPr>
          <p:cNvPr id="17" name="图片 57">
            <a:extLst>
              <a:ext uri="{FF2B5EF4-FFF2-40B4-BE49-F238E27FC236}">
                <a16:creationId xmlns:a16="http://schemas.microsoft.com/office/drawing/2014/main" id="{2442D671-435B-4E48-A40F-3556D475A879}"/>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11049523" y="233731"/>
            <a:ext cx="960437" cy="1262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矩形 58">
            <a:extLst>
              <a:ext uri="{FF2B5EF4-FFF2-40B4-BE49-F238E27FC236}">
                <a16:creationId xmlns:a16="http://schemas.microsoft.com/office/drawing/2014/main" id="{5025D92F-0517-4D59-BA47-818B7EDE2990}"/>
              </a:ext>
            </a:extLst>
          </p:cNvPr>
          <p:cNvSpPr>
            <a:spLocks noChangeArrowheads="1"/>
          </p:cNvSpPr>
          <p:nvPr/>
        </p:nvSpPr>
        <p:spPr bwMode="auto">
          <a:xfrm>
            <a:off x="10989198" y="1506906"/>
            <a:ext cx="1128712"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黑体" panose="02010609060101010101" pitchFamily="49" charset="-122"/>
              </a:defRPr>
            </a:lvl1pPr>
            <a:lvl2pPr marL="742950" indent="-285750">
              <a:defRPr>
                <a:solidFill>
                  <a:schemeClr val="tx1"/>
                </a:solidFill>
                <a:latin typeface="Verdana" panose="020B0604030504040204" pitchFamily="34" charset="0"/>
                <a:ea typeface="黑体" panose="02010609060101010101" pitchFamily="49" charset="-122"/>
              </a:defRPr>
            </a:lvl2pPr>
            <a:lvl3pPr marL="1143000" indent="-228600">
              <a:defRPr>
                <a:solidFill>
                  <a:schemeClr val="tx1"/>
                </a:solidFill>
                <a:latin typeface="Verdana" panose="020B0604030504040204" pitchFamily="34" charset="0"/>
                <a:ea typeface="黑体" panose="02010609060101010101" pitchFamily="49" charset="-122"/>
              </a:defRPr>
            </a:lvl3pPr>
            <a:lvl4pPr marL="1600200" indent="-228600">
              <a:defRPr>
                <a:solidFill>
                  <a:schemeClr val="tx1"/>
                </a:solidFill>
                <a:latin typeface="Verdana" panose="020B0604030504040204" pitchFamily="34" charset="0"/>
                <a:ea typeface="黑体" panose="02010609060101010101" pitchFamily="49" charset="-122"/>
              </a:defRPr>
            </a:lvl4pPr>
            <a:lvl5pPr marL="2057400" indent="-228600">
              <a:defRPr>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9pPr>
          </a:lstStyle>
          <a:p>
            <a:r>
              <a:rPr lang="zh-CN" altLang="en-US" sz="1100">
                <a:solidFill>
                  <a:srgbClr val="333333"/>
                </a:solidFill>
                <a:latin typeface="微软雅黑" panose="020B0503020204020204" pitchFamily="34" charset="-122"/>
                <a:ea typeface="微软雅黑" panose="020B0503020204020204" pitchFamily="34" charset="-122"/>
              </a:rPr>
              <a:t>唐纳德</a:t>
            </a:r>
            <a:r>
              <a:rPr lang="en-US" altLang="zh-CN" sz="1100">
                <a:solidFill>
                  <a:srgbClr val="333333"/>
                </a:solidFill>
                <a:latin typeface="微软雅黑" panose="020B0503020204020204" pitchFamily="34" charset="-122"/>
                <a:ea typeface="微软雅黑" panose="020B0503020204020204" pitchFamily="34" charset="-122"/>
              </a:rPr>
              <a:t>·</a:t>
            </a:r>
            <a:r>
              <a:rPr lang="zh-CN" altLang="en-US" sz="1100">
                <a:solidFill>
                  <a:srgbClr val="333333"/>
                </a:solidFill>
                <a:latin typeface="微软雅黑" panose="020B0503020204020204" pitchFamily="34" charset="-122"/>
                <a:ea typeface="微软雅黑" panose="020B0503020204020204" pitchFamily="34" charset="-122"/>
              </a:rPr>
              <a:t>戴维斯</a:t>
            </a:r>
            <a:endParaRPr lang="en-US" altLang="zh-CN" sz="1100">
              <a:solidFill>
                <a:srgbClr val="333333"/>
              </a:solidFill>
              <a:latin typeface="微软雅黑" panose="020B0503020204020204" pitchFamily="34" charset="-122"/>
              <a:ea typeface="微软雅黑" panose="020B0503020204020204" pitchFamily="34" charset="-122"/>
            </a:endParaRPr>
          </a:p>
          <a:p>
            <a:r>
              <a:rPr lang="zh-CN" altLang="en-US" sz="1100">
                <a:solidFill>
                  <a:srgbClr val="333333"/>
                </a:solidFill>
                <a:latin typeface="微软雅黑" panose="020B0503020204020204" pitchFamily="34" charset="-122"/>
                <a:ea typeface="微软雅黑" panose="020B0503020204020204" pitchFamily="34" charset="-122"/>
              </a:rPr>
              <a:t>分组</a:t>
            </a:r>
          </a:p>
        </p:txBody>
      </p:sp>
    </p:spTree>
    <p:extLst>
      <p:ext uri="{BB962C8B-B14F-4D97-AF65-F5344CB8AC3E}">
        <p14:creationId xmlns:p14="http://schemas.microsoft.com/office/powerpoint/2010/main" val="1150021106"/>
      </p:ext>
    </p:extLst>
  </p:cSld>
  <p:clrMapOvr>
    <a:masterClrMapping/>
  </p:clrMapOvr>
  <p:transition spd="slow"/>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9B3E0760-6380-4870-9726-C7CE7EB02A74}"/>
              </a:ext>
            </a:extLst>
          </p:cNvPr>
          <p:cNvSpPr txBox="1">
            <a:spLocks noChangeArrowheads="1"/>
          </p:cNvSpPr>
          <p:nvPr/>
        </p:nvSpPr>
        <p:spPr>
          <a:xfrm>
            <a:off x="263352" y="260648"/>
            <a:ext cx="4410075" cy="46831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80000"/>
              </a:lnSpc>
              <a:spcBef>
                <a:spcPct val="50000"/>
              </a:spcBef>
              <a:spcAft>
                <a:spcPts val="0"/>
              </a:spcAft>
            </a:pPr>
            <a:r>
              <a:rPr kumimoji="1" lang="en-US" altLang="zh-CN" sz="3000" b="1">
                <a:latin typeface="Times New Roman" panose="02020603050405020304" pitchFamily="18" charset="0"/>
                <a:ea typeface="黑体" panose="02010609060101010101" pitchFamily="49" charset="-122"/>
                <a:cs typeface="Times New Roman" panose="02020603050405020304" pitchFamily="18" charset="0"/>
              </a:rPr>
              <a:t>1.1</a:t>
            </a:r>
            <a:r>
              <a:rPr kumimoji="1" lang="en-US" altLang="zh-CN" sz="3000" b="1">
                <a:latin typeface="黑体" panose="02010609060101010101" pitchFamily="49" charset="-122"/>
                <a:ea typeface="黑体" panose="02010609060101010101" pitchFamily="49" charset="-122"/>
                <a:cs typeface="Times New Roman" panose="02020603050405020304" pitchFamily="18" charset="0"/>
              </a:rPr>
              <a:t> </a:t>
            </a:r>
            <a:r>
              <a:rPr kumimoji="1" lang="zh-CN" altLang="en-US" sz="2800">
                <a:latin typeface="微软雅黑" panose="020B0503020204020204" pitchFamily="34" charset="-122"/>
                <a:ea typeface="微软雅黑" panose="020B0503020204020204" pitchFamily="34" charset="-122"/>
                <a:cs typeface="Times New Roman" panose="02020603050405020304" pitchFamily="18" charset="0"/>
              </a:rPr>
              <a:t>计算机网络</a:t>
            </a:r>
            <a:r>
              <a:rPr kumimoji="1" lang="zh-CN" altLang="en-US" sz="3000">
                <a:latin typeface="微软雅黑" panose="020B0503020204020204" pitchFamily="34" charset="-122"/>
                <a:ea typeface="微软雅黑" panose="020B0503020204020204" pitchFamily="34" charset="-122"/>
                <a:cs typeface="Times New Roman" panose="02020603050405020304" pitchFamily="18" charset="0"/>
              </a:rPr>
              <a:t>的发展</a:t>
            </a:r>
            <a:endParaRPr kumimoji="1" lang="zh-CN" altLang="en-US" sz="3000" b="1">
              <a:latin typeface="黑体" panose="02010609060101010101" pitchFamily="49" charset="-122"/>
              <a:ea typeface="黑体" panose="02010609060101010101" pitchFamily="49" charset="-122"/>
              <a:cs typeface="Times New Roman" panose="02020603050405020304" pitchFamily="18" charset="0"/>
            </a:endParaRPr>
          </a:p>
        </p:txBody>
      </p:sp>
      <p:sp>
        <p:nvSpPr>
          <p:cNvPr id="3" name="矩形 2">
            <a:extLst>
              <a:ext uri="{FF2B5EF4-FFF2-40B4-BE49-F238E27FC236}">
                <a16:creationId xmlns:a16="http://schemas.microsoft.com/office/drawing/2014/main" id="{265EBFD8-1CB8-4B02-9B41-F910D18506B3}"/>
              </a:ext>
            </a:extLst>
          </p:cNvPr>
          <p:cNvSpPr/>
          <p:nvPr/>
        </p:nvSpPr>
        <p:spPr bwMode="auto">
          <a:xfrm>
            <a:off x="5885494" y="3370773"/>
            <a:ext cx="5486400" cy="2862263"/>
          </a:xfrm>
          <a:prstGeom prst="rect">
            <a:avLst/>
          </a:prstGeom>
          <a:solidFill>
            <a:schemeClr val="bg1">
              <a:lumMod val="95000"/>
            </a:schemeClr>
          </a:solidFill>
          <a:ln w="9525" cap="flat" cmpd="sng" algn="ctr">
            <a:solidFill>
              <a:schemeClr val="tx1"/>
            </a:solidFill>
            <a:prstDash val="dash"/>
            <a:round/>
            <a:headEnd type="none" w="med" len="med"/>
            <a:tailEnd type="none" w="med" len="med"/>
          </a:ln>
          <a:effectLst/>
        </p:spPr>
        <p:txBody>
          <a:bodyPr>
            <a:spAutoFit/>
          </a:bodyPr>
          <a:lstStyle/>
          <a:p>
            <a:pPr eaLnBrk="1" hangingPunct="1">
              <a:defRPr/>
            </a:pPr>
            <a:endParaRPr lang="en-US" altLang="zh-CN" dirty="0"/>
          </a:p>
          <a:p>
            <a:pPr eaLnBrk="1" hangingPunct="1">
              <a:defRPr/>
            </a:pPr>
            <a:endParaRPr lang="en-US" altLang="zh-CN" dirty="0"/>
          </a:p>
          <a:p>
            <a:pPr eaLnBrk="1" hangingPunct="1">
              <a:defRPr/>
            </a:pPr>
            <a:endParaRPr lang="en-US" altLang="zh-CN" dirty="0"/>
          </a:p>
          <a:p>
            <a:pPr eaLnBrk="1" hangingPunct="1">
              <a:defRPr/>
            </a:pPr>
            <a:endParaRPr lang="en-US" altLang="zh-CN" dirty="0"/>
          </a:p>
          <a:p>
            <a:pPr eaLnBrk="1" hangingPunct="1">
              <a:defRPr/>
            </a:pPr>
            <a:endParaRPr lang="en-US" altLang="zh-CN" dirty="0"/>
          </a:p>
          <a:p>
            <a:pPr eaLnBrk="1" hangingPunct="1">
              <a:defRPr/>
            </a:pPr>
            <a:endParaRPr lang="en-US" altLang="zh-CN" dirty="0"/>
          </a:p>
          <a:p>
            <a:pPr eaLnBrk="1" hangingPunct="1">
              <a:defRPr/>
            </a:pPr>
            <a:endParaRPr lang="en-US" altLang="zh-CN" dirty="0"/>
          </a:p>
          <a:p>
            <a:pPr eaLnBrk="1" hangingPunct="1">
              <a:defRPr/>
            </a:pPr>
            <a:endParaRPr lang="en-US" altLang="zh-CN" dirty="0"/>
          </a:p>
          <a:p>
            <a:pPr eaLnBrk="1" hangingPunct="1">
              <a:defRPr/>
            </a:pPr>
            <a:endParaRPr lang="en-US" altLang="zh-CN" dirty="0"/>
          </a:p>
          <a:p>
            <a:pPr eaLnBrk="1" hangingPunct="1">
              <a:defRPr/>
            </a:pPr>
            <a:endParaRPr lang="zh-CN" altLang="en-US" dirty="0"/>
          </a:p>
        </p:txBody>
      </p:sp>
      <p:sp>
        <p:nvSpPr>
          <p:cNvPr id="5" name="Text Box 2">
            <a:extLst>
              <a:ext uri="{FF2B5EF4-FFF2-40B4-BE49-F238E27FC236}">
                <a16:creationId xmlns:a16="http://schemas.microsoft.com/office/drawing/2014/main" id="{B47908E2-BCBF-4777-BE13-F67E0B3CFE05}"/>
              </a:ext>
            </a:extLst>
          </p:cNvPr>
          <p:cNvSpPr txBox="1">
            <a:spLocks noChangeArrowheads="1"/>
          </p:cNvSpPr>
          <p:nvPr/>
        </p:nvSpPr>
        <p:spPr bwMode="auto">
          <a:xfrm>
            <a:off x="479376" y="980728"/>
            <a:ext cx="950505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50000"/>
              </a:spcBef>
              <a:buClrTx/>
              <a:buFontTx/>
              <a:buNone/>
            </a:pPr>
            <a:r>
              <a:rPr kumimoji="1" lang="zh-CN" altLang="en-US" sz="2400" dirty="0">
                <a:solidFill>
                  <a:srgbClr val="0070C0"/>
                </a:solidFill>
                <a:latin typeface="微软雅黑" panose="020B0503020204020204" pitchFamily="34" charset="-122"/>
                <a:ea typeface="微软雅黑" panose="020B0503020204020204" pitchFamily="34" charset="-122"/>
              </a:rPr>
              <a:t>（</a:t>
            </a:r>
            <a:r>
              <a:rPr kumimoji="1" lang="en-US" altLang="zh-CN" sz="2400" dirty="0">
                <a:solidFill>
                  <a:srgbClr val="0070C0"/>
                </a:solidFill>
                <a:latin typeface="微软雅黑" panose="020B0503020204020204" pitchFamily="34" charset="-122"/>
                <a:ea typeface="微软雅黑" panose="020B0503020204020204" pitchFamily="34" charset="-122"/>
              </a:rPr>
              <a:t>2</a:t>
            </a:r>
            <a:r>
              <a:rPr kumimoji="1" lang="zh-CN" altLang="en-US" sz="2400" dirty="0">
                <a:solidFill>
                  <a:srgbClr val="0070C0"/>
                </a:solidFill>
                <a:latin typeface="微软雅黑" panose="020B0503020204020204" pitchFamily="34" charset="-122"/>
                <a:ea typeface="微软雅黑" panose="020B0503020204020204" pitchFamily="34" charset="-122"/>
              </a:rPr>
              <a:t>）第二阶段（形成与发展）：计算机</a:t>
            </a:r>
            <a:r>
              <a:rPr kumimoji="1" lang="en-US" altLang="zh-CN" sz="2400" dirty="0">
                <a:solidFill>
                  <a:srgbClr val="0070C0"/>
                </a:solidFill>
                <a:latin typeface="微软雅黑" panose="020B0503020204020204" pitchFamily="34" charset="-122"/>
                <a:ea typeface="微软雅黑" panose="020B0503020204020204" pitchFamily="34" charset="-122"/>
              </a:rPr>
              <a:t>-</a:t>
            </a:r>
            <a:r>
              <a:rPr kumimoji="1" lang="zh-CN" altLang="en-US" sz="2400" dirty="0">
                <a:solidFill>
                  <a:srgbClr val="0070C0"/>
                </a:solidFill>
                <a:latin typeface="微软雅黑" panose="020B0503020204020204" pitchFamily="34" charset="-122"/>
                <a:ea typeface="微软雅黑" panose="020B0503020204020204" pitchFamily="34" charset="-122"/>
              </a:rPr>
              <a:t>计算机通信</a:t>
            </a:r>
          </a:p>
        </p:txBody>
      </p:sp>
      <p:sp>
        <p:nvSpPr>
          <p:cNvPr id="6" name="矩形 3">
            <a:extLst>
              <a:ext uri="{FF2B5EF4-FFF2-40B4-BE49-F238E27FC236}">
                <a16:creationId xmlns:a16="http://schemas.microsoft.com/office/drawing/2014/main" id="{1DCB112B-0111-495E-AD9D-F4762FEF9BA0}"/>
              </a:ext>
            </a:extLst>
          </p:cNvPr>
          <p:cNvSpPr>
            <a:spLocks noChangeArrowheads="1"/>
          </p:cNvSpPr>
          <p:nvPr/>
        </p:nvSpPr>
        <p:spPr bwMode="auto">
          <a:xfrm>
            <a:off x="568325" y="1574454"/>
            <a:ext cx="11055350" cy="941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黑体" panose="02010609060101010101" pitchFamily="49" charset="-122"/>
              </a:defRPr>
            </a:lvl1pPr>
            <a:lvl2pPr marL="742950" indent="-285750">
              <a:defRPr>
                <a:solidFill>
                  <a:schemeClr val="tx1"/>
                </a:solidFill>
                <a:latin typeface="Verdana" panose="020B0604030504040204" pitchFamily="34" charset="0"/>
                <a:ea typeface="黑体" panose="02010609060101010101" pitchFamily="49" charset="-122"/>
              </a:defRPr>
            </a:lvl2pPr>
            <a:lvl3pPr marL="1143000" indent="-228600">
              <a:defRPr>
                <a:solidFill>
                  <a:schemeClr val="tx1"/>
                </a:solidFill>
                <a:latin typeface="Verdana" panose="020B0604030504040204" pitchFamily="34" charset="0"/>
                <a:ea typeface="黑体" panose="02010609060101010101" pitchFamily="49" charset="-122"/>
              </a:defRPr>
            </a:lvl3pPr>
            <a:lvl4pPr marL="1600200" indent="-228600">
              <a:defRPr>
                <a:solidFill>
                  <a:schemeClr val="tx1"/>
                </a:solidFill>
                <a:latin typeface="Verdana" panose="020B0604030504040204" pitchFamily="34" charset="0"/>
                <a:ea typeface="黑体" panose="02010609060101010101" pitchFamily="49" charset="-122"/>
              </a:defRPr>
            </a:lvl4pPr>
            <a:lvl5pPr marL="2057400" indent="-228600">
              <a:defRPr>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9pPr>
          </a:lstStyle>
          <a:p>
            <a:pPr>
              <a:lnSpc>
                <a:spcPct val="120000"/>
              </a:lnSpc>
              <a:spcBef>
                <a:spcPct val="50000"/>
              </a:spcBef>
            </a:pPr>
            <a:r>
              <a:rPr lang="en-US" altLang="zh-CN" sz="2400" dirty="0">
                <a:latin typeface="微软雅黑" panose="020B0503020204020204" pitchFamily="34" charset="-122"/>
                <a:ea typeface="微软雅黑" panose="020B0503020204020204" pitchFamily="34" charset="-122"/>
              </a:rPr>
              <a:t>1983</a:t>
            </a:r>
            <a:r>
              <a:rPr lang="zh-CN" altLang="en-US" sz="2400" dirty="0">
                <a:latin typeface="微软雅黑" panose="020B0503020204020204" pitchFamily="34" charset="-122"/>
                <a:ea typeface="微软雅黑" panose="020B0503020204020204" pitchFamily="34" charset="-122"/>
              </a:rPr>
              <a:t>年</a:t>
            </a:r>
            <a:r>
              <a:rPr lang="en-US" altLang="zh-CN" sz="2400" dirty="0">
                <a:latin typeface="微软雅黑" panose="020B0503020204020204" pitchFamily="34" charset="-122"/>
                <a:ea typeface="微软雅黑" panose="020B0503020204020204" pitchFamily="34" charset="-122"/>
              </a:rPr>
              <a:t>,ARPAnet</a:t>
            </a:r>
            <a:r>
              <a:rPr lang="zh-CN" altLang="en-US" sz="2400" dirty="0">
                <a:latin typeface="微软雅黑" panose="020B0503020204020204" pitchFamily="34" charset="-122"/>
                <a:ea typeface="微软雅黑" panose="020B0503020204020204" pitchFamily="34" charset="-122"/>
              </a:rPr>
              <a:t>接受</a:t>
            </a:r>
            <a:r>
              <a:rPr kumimoji="1" lang="en-US" altLang="zh-CN" sz="2400" dirty="0">
                <a:solidFill>
                  <a:srgbClr val="FF0000"/>
                </a:solidFill>
                <a:latin typeface="微软雅黑" panose="020B0503020204020204" pitchFamily="34" charset="-122"/>
                <a:ea typeface="微软雅黑" panose="020B0503020204020204" pitchFamily="34" charset="-122"/>
              </a:rPr>
              <a:t>TCP/IP</a:t>
            </a:r>
            <a:r>
              <a:rPr kumimoji="1" lang="zh-CN" altLang="en-US" sz="2400" dirty="0">
                <a:solidFill>
                  <a:srgbClr val="FF0000"/>
                </a:solidFill>
                <a:latin typeface="微软雅黑" panose="020B0503020204020204" pitchFamily="34" charset="-122"/>
                <a:ea typeface="微软雅黑" panose="020B0503020204020204" pitchFamily="34" charset="-122"/>
              </a:rPr>
              <a:t>协议</a:t>
            </a:r>
            <a:r>
              <a:rPr kumimoji="1" lang="zh-CN" altLang="en-US" sz="2400" dirty="0">
                <a:latin typeface="微软雅黑" panose="020B0503020204020204" pitchFamily="34" charset="-122"/>
                <a:ea typeface="微软雅黑" panose="020B0503020204020204" pitchFamily="34" charset="-122"/>
              </a:rPr>
              <a:t>作为传输协议，</a:t>
            </a:r>
            <a:r>
              <a:rPr kumimoji="1" lang="zh-CN" altLang="en-US" sz="2400" dirty="0">
                <a:solidFill>
                  <a:srgbClr val="FF0000"/>
                </a:solidFill>
                <a:latin typeface="微软雅黑" panose="020B0503020204020204" pitchFamily="34" charset="-122"/>
                <a:ea typeface="微软雅黑" panose="020B0503020204020204" pitchFamily="34" charset="-122"/>
              </a:rPr>
              <a:t>标志因特网的诞生。</a:t>
            </a:r>
            <a:r>
              <a:rPr lang="zh-CN" altLang="en-US" sz="2400" dirty="0">
                <a:latin typeface="微软雅黑" panose="020B0503020204020204" pitchFamily="34" charset="-122"/>
                <a:ea typeface="微软雅黑" panose="020B0503020204020204" pitchFamily="34" charset="-122"/>
              </a:rPr>
              <a:t>这个过程中，温顿</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瑟夫为此做出首屈一指的贡献，从而被称为“互联网之父”。</a:t>
            </a:r>
            <a:endParaRPr kumimoji="1" lang="zh-CN" altLang="en-US" sz="2400" dirty="0">
              <a:latin typeface="微软雅黑" panose="020B0503020204020204" pitchFamily="34" charset="-122"/>
              <a:ea typeface="微软雅黑" panose="020B0503020204020204" pitchFamily="34" charset="-122"/>
            </a:endParaRPr>
          </a:p>
        </p:txBody>
      </p:sp>
      <p:pic>
        <p:nvPicPr>
          <p:cNvPr id="7" name="图片 5">
            <a:extLst>
              <a:ext uri="{FF2B5EF4-FFF2-40B4-BE49-F238E27FC236}">
                <a16:creationId xmlns:a16="http://schemas.microsoft.com/office/drawing/2014/main" id="{22375F0F-0E3E-4839-9C1A-EFB043D6261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128122" y="3817646"/>
            <a:ext cx="1512888"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6">
            <a:extLst>
              <a:ext uri="{FF2B5EF4-FFF2-40B4-BE49-F238E27FC236}">
                <a16:creationId xmlns:a16="http://schemas.microsoft.com/office/drawing/2014/main" id="{24C8364C-7C5C-46DD-ABA1-52EAA17E536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135888" y="3787483"/>
            <a:ext cx="1512887"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7">
            <a:extLst>
              <a:ext uri="{FF2B5EF4-FFF2-40B4-BE49-F238E27FC236}">
                <a16:creationId xmlns:a16="http://schemas.microsoft.com/office/drawing/2014/main" id="{20CA13D4-98C8-4AA4-B855-DB04BA6A078C}"/>
              </a:ext>
            </a:extLst>
          </p:cNvPr>
          <p:cNvSpPr>
            <a:spLocks noChangeArrowheads="1"/>
          </p:cNvSpPr>
          <p:nvPr/>
        </p:nvSpPr>
        <p:spPr bwMode="auto">
          <a:xfrm>
            <a:off x="6211838" y="5775033"/>
            <a:ext cx="129554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黑体" panose="02010609060101010101" pitchFamily="49" charset="-122"/>
              </a:defRPr>
            </a:lvl1pPr>
            <a:lvl2pPr marL="742950" indent="-285750">
              <a:defRPr>
                <a:solidFill>
                  <a:schemeClr val="tx1"/>
                </a:solidFill>
                <a:latin typeface="Verdana" panose="020B0604030504040204" pitchFamily="34" charset="0"/>
                <a:ea typeface="黑体" panose="02010609060101010101" pitchFamily="49" charset="-122"/>
              </a:defRPr>
            </a:lvl2pPr>
            <a:lvl3pPr marL="1143000" indent="-228600">
              <a:defRPr>
                <a:solidFill>
                  <a:schemeClr val="tx1"/>
                </a:solidFill>
                <a:latin typeface="Verdana" panose="020B0604030504040204" pitchFamily="34" charset="0"/>
                <a:ea typeface="黑体" panose="02010609060101010101" pitchFamily="49" charset="-122"/>
              </a:defRPr>
            </a:lvl3pPr>
            <a:lvl4pPr marL="1600200" indent="-228600">
              <a:defRPr>
                <a:solidFill>
                  <a:schemeClr val="tx1"/>
                </a:solidFill>
                <a:latin typeface="Verdana" panose="020B0604030504040204" pitchFamily="34" charset="0"/>
                <a:ea typeface="黑体" panose="02010609060101010101" pitchFamily="49" charset="-122"/>
              </a:defRPr>
            </a:lvl4pPr>
            <a:lvl5pPr marL="2057400" indent="-228600">
              <a:defRPr>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9pPr>
          </a:lstStyle>
          <a:p>
            <a:r>
              <a:rPr lang="zh-CN" altLang="en-US" sz="2000" dirty="0">
                <a:solidFill>
                  <a:srgbClr val="333333"/>
                </a:solidFill>
                <a:latin typeface="Arial" panose="020B0604020202020204" pitchFamily="34" charset="0"/>
              </a:rPr>
              <a:t>温顿</a:t>
            </a:r>
            <a:r>
              <a:rPr lang="en-US" altLang="zh-CN" sz="2000" dirty="0">
                <a:solidFill>
                  <a:srgbClr val="333333"/>
                </a:solidFill>
                <a:latin typeface="Arial" panose="020B0604020202020204" pitchFamily="34" charset="0"/>
              </a:rPr>
              <a:t>·</a:t>
            </a:r>
            <a:r>
              <a:rPr lang="zh-CN" altLang="en-US" sz="2000" dirty="0">
                <a:solidFill>
                  <a:srgbClr val="333333"/>
                </a:solidFill>
                <a:latin typeface="Arial" panose="020B0604020202020204" pitchFamily="34" charset="0"/>
              </a:rPr>
              <a:t>瑟夫</a:t>
            </a:r>
            <a:endParaRPr lang="zh-CN" altLang="en-US" sz="2000" dirty="0"/>
          </a:p>
        </p:txBody>
      </p:sp>
      <p:sp>
        <p:nvSpPr>
          <p:cNvPr id="10" name="矩形 8">
            <a:extLst>
              <a:ext uri="{FF2B5EF4-FFF2-40B4-BE49-F238E27FC236}">
                <a16:creationId xmlns:a16="http://schemas.microsoft.com/office/drawing/2014/main" id="{50345C40-796D-4CE7-8075-4F4962BC5581}"/>
              </a:ext>
            </a:extLst>
          </p:cNvPr>
          <p:cNvSpPr>
            <a:spLocks noChangeArrowheads="1"/>
          </p:cNvSpPr>
          <p:nvPr/>
        </p:nvSpPr>
        <p:spPr bwMode="auto">
          <a:xfrm>
            <a:off x="8112224" y="5755983"/>
            <a:ext cx="16002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Verdana" panose="020B0604030504040204" pitchFamily="34" charset="0"/>
                <a:ea typeface="黑体" panose="02010609060101010101" pitchFamily="49" charset="-122"/>
              </a:defRPr>
            </a:lvl1pPr>
            <a:lvl2pPr marL="742950" indent="-285750">
              <a:defRPr>
                <a:solidFill>
                  <a:schemeClr val="tx1"/>
                </a:solidFill>
                <a:latin typeface="Verdana" panose="020B0604030504040204" pitchFamily="34" charset="0"/>
                <a:ea typeface="黑体" panose="02010609060101010101" pitchFamily="49" charset="-122"/>
              </a:defRPr>
            </a:lvl2pPr>
            <a:lvl3pPr marL="1143000" indent="-228600">
              <a:defRPr>
                <a:solidFill>
                  <a:schemeClr val="tx1"/>
                </a:solidFill>
                <a:latin typeface="Verdana" panose="020B0604030504040204" pitchFamily="34" charset="0"/>
                <a:ea typeface="黑体" panose="02010609060101010101" pitchFamily="49" charset="-122"/>
              </a:defRPr>
            </a:lvl3pPr>
            <a:lvl4pPr marL="1600200" indent="-228600">
              <a:defRPr>
                <a:solidFill>
                  <a:schemeClr val="tx1"/>
                </a:solidFill>
                <a:latin typeface="Verdana" panose="020B0604030504040204" pitchFamily="34" charset="0"/>
                <a:ea typeface="黑体" panose="02010609060101010101" pitchFamily="49" charset="-122"/>
              </a:defRPr>
            </a:lvl4pPr>
            <a:lvl5pPr marL="2057400" indent="-228600">
              <a:defRPr>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9pPr>
          </a:lstStyle>
          <a:p>
            <a:r>
              <a:rPr lang="zh-CN" altLang="en-US" sz="2000" dirty="0">
                <a:solidFill>
                  <a:srgbClr val="333333"/>
                </a:solidFill>
                <a:latin typeface="Arial" panose="020B0604020202020204" pitchFamily="34" charset="0"/>
              </a:rPr>
              <a:t>罗伯特卡恩</a:t>
            </a:r>
            <a:endParaRPr lang="zh-CN" altLang="en-US" sz="2000" dirty="0"/>
          </a:p>
        </p:txBody>
      </p:sp>
      <p:sp>
        <p:nvSpPr>
          <p:cNvPr id="11" name="矩形 9">
            <a:extLst>
              <a:ext uri="{FF2B5EF4-FFF2-40B4-BE49-F238E27FC236}">
                <a16:creationId xmlns:a16="http://schemas.microsoft.com/office/drawing/2014/main" id="{B4C222C8-7BC6-46C4-9FF5-E4F2A5AB35F2}"/>
              </a:ext>
            </a:extLst>
          </p:cNvPr>
          <p:cNvSpPr>
            <a:spLocks noChangeArrowheads="1"/>
          </p:cNvSpPr>
          <p:nvPr/>
        </p:nvSpPr>
        <p:spPr bwMode="auto">
          <a:xfrm>
            <a:off x="5903863" y="3408070"/>
            <a:ext cx="20605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黑体" panose="02010609060101010101" pitchFamily="49" charset="-122"/>
              </a:defRPr>
            </a:lvl1pPr>
            <a:lvl2pPr marL="742950" indent="-285750">
              <a:defRPr>
                <a:solidFill>
                  <a:schemeClr val="tx1"/>
                </a:solidFill>
                <a:latin typeface="Verdana" panose="020B0604030504040204" pitchFamily="34" charset="0"/>
                <a:ea typeface="黑体" panose="02010609060101010101" pitchFamily="49" charset="-122"/>
              </a:defRPr>
            </a:lvl2pPr>
            <a:lvl3pPr marL="1143000" indent="-228600">
              <a:defRPr>
                <a:solidFill>
                  <a:schemeClr val="tx1"/>
                </a:solidFill>
                <a:latin typeface="Verdana" panose="020B0604030504040204" pitchFamily="34" charset="0"/>
                <a:ea typeface="黑体" panose="02010609060101010101" pitchFamily="49" charset="-122"/>
              </a:defRPr>
            </a:lvl3pPr>
            <a:lvl4pPr marL="1600200" indent="-228600">
              <a:defRPr>
                <a:solidFill>
                  <a:schemeClr val="tx1"/>
                </a:solidFill>
                <a:latin typeface="Verdana" panose="020B0604030504040204" pitchFamily="34" charset="0"/>
                <a:ea typeface="黑体" panose="02010609060101010101" pitchFamily="49" charset="-122"/>
              </a:defRPr>
            </a:lvl4pPr>
            <a:lvl5pPr marL="2057400" indent="-228600">
              <a:defRPr>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9pPr>
          </a:lstStyle>
          <a:p>
            <a:r>
              <a:rPr lang="en-US" altLang="zh-CN" sz="1600">
                <a:solidFill>
                  <a:srgbClr val="333333"/>
                </a:solidFill>
                <a:latin typeface="微软雅黑" panose="020B0503020204020204" pitchFamily="34" charset="-122"/>
                <a:ea typeface="微软雅黑" panose="020B0503020204020204" pitchFamily="34" charset="-122"/>
              </a:rPr>
              <a:t>TCP/IP</a:t>
            </a:r>
            <a:r>
              <a:rPr lang="zh-CN" altLang="en-US" sz="1600">
                <a:solidFill>
                  <a:srgbClr val="333333"/>
                </a:solidFill>
                <a:latin typeface="微软雅黑" panose="020B0503020204020204" pitchFamily="34" charset="-122"/>
                <a:ea typeface="微软雅黑" panose="020B0503020204020204" pitchFamily="34" charset="-122"/>
              </a:rPr>
              <a:t>协议的创始人</a:t>
            </a:r>
            <a:endParaRPr lang="zh-CN" altLang="en-US" sz="1600">
              <a:latin typeface="微软雅黑" panose="020B0503020204020204" pitchFamily="34" charset="-122"/>
              <a:ea typeface="微软雅黑" panose="020B0503020204020204" pitchFamily="34" charset="-122"/>
            </a:endParaRPr>
          </a:p>
        </p:txBody>
      </p:sp>
      <p:sp>
        <p:nvSpPr>
          <p:cNvPr id="12" name="矩形 10">
            <a:extLst>
              <a:ext uri="{FF2B5EF4-FFF2-40B4-BE49-F238E27FC236}">
                <a16:creationId xmlns:a16="http://schemas.microsoft.com/office/drawing/2014/main" id="{DFC57BC2-5CB2-413E-BF61-CEA206F5AADC}"/>
              </a:ext>
            </a:extLst>
          </p:cNvPr>
          <p:cNvSpPr>
            <a:spLocks noChangeArrowheads="1"/>
          </p:cNvSpPr>
          <p:nvPr/>
        </p:nvSpPr>
        <p:spPr bwMode="auto">
          <a:xfrm>
            <a:off x="9818638" y="3539833"/>
            <a:ext cx="1357312"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黑体" panose="02010609060101010101" pitchFamily="49" charset="-122"/>
              </a:defRPr>
            </a:lvl1pPr>
            <a:lvl2pPr marL="742950" indent="-285750">
              <a:defRPr>
                <a:solidFill>
                  <a:schemeClr val="tx1"/>
                </a:solidFill>
                <a:latin typeface="Verdana" panose="020B0604030504040204" pitchFamily="34" charset="0"/>
                <a:ea typeface="黑体" panose="02010609060101010101" pitchFamily="49" charset="-122"/>
              </a:defRPr>
            </a:lvl2pPr>
            <a:lvl3pPr marL="1143000" indent="-228600">
              <a:defRPr>
                <a:solidFill>
                  <a:schemeClr val="tx1"/>
                </a:solidFill>
                <a:latin typeface="Verdana" panose="020B0604030504040204" pitchFamily="34" charset="0"/>
                <a:ea typeface="黑体" panose="02010609060101010101" pitchFamily="49" charset="-122"/>
              </a:defRPr>
            </a:lvl3pPr>
            <a:lvl4pPr marL="1600200" indent="-228600">
              <a:defRPr>
                <a:solidFill>
                  <a:schemeClr val="tx1"/>
                </a:solidFill>
                <a:latin typeface="Verdana" panose="020B0604030504040204" pitchFamily="34" charset="0"/>
                <a:ea typeface="黑体" panose="02010609060101010101" pitchFamily="49" charset="-122"/>
              </a:defRPr>
            </a:lvl4pPr>
            <a:lvl5pPr marL="2057400" indent="-228600">
              <a:defRPr>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9pPr>
          </a:lstStyle>
          <a:p>
            <a:pPr algn="just"/>
            <a:r>
              <a:rPr lang="en-US" altLang="zh-CN" sz="1800" dirty="0">
                <a:solidFill>
                  <a:srgbClr val="333333"/>
                </a:solidFill>
                <a:latin typeface="Arial" panose="020B0604020202020204" pitchFamily="34" charset="0"/>
              </a:rPr>
              <a:t>2004</a:t>
            </a:r>
            <a:r>
              <a:rPr lang="zh-CN" altLang="en-US" sz="1800" dirty="0">
                <a:solidFill>
                  <a:srgbClr val="333333"/>
                </a:solidFill>
                <a:latin typeface="Arial" panose="020B0604020202020204" pitchFamily="34" charset="0"/>
              </a:rPr>
              <a:t>年，因为他们在互联网协议方面所取得的杰出成就获得了美国计算机学会</a:t>
            </a:r>
            <a:r>
              <a:rPr lang="en-US" altLang="zh-CN" sz="1800" dirty="0">
                <a:solidFill>
                  <a:srgbClr val="333333"/>
                </a:solidFill>
                <a:latin typeface="Arial" panose="020B0604020202020204" pitchFamily="34" charset="0"/>
              </a:rPr>
              <a:t>(ACM)</a:t>
            </a:r>
            <a:r>
              <a:rPr lang="zh-CN" altLang="en-US" sz="1800" dirty="0">
                <a:solidFill>
                  <a:srgbClr val="333333"/>
                </a:solidFill>
                <a:latin typeface="Arial" panose="020B0604020202020204" pitchFamily="34" charset="0"/>
              </a:rPr>
              <a:t>颁发的图灵奖</a:t>
            </a:r>
            <a:endParaRPr lang="zh-CN" altLang="en-US" sz="1800" dirty="0"/>
          </a:p>
        </p:txBody>
      </p:sp>
    </p:spTree>
    <p:extLst>
      <p:ext uri="{BB962C8B-B14F-4D97-AF65-F5344CB8AC3E}">
        <p14:creationId xmlns:p14="http://schemas.microsoft.com/office/powerpoint/2010/main" val="3149288697"/>
      </p:ext>
    </p:extLst>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9B3E0760-6380-4870-9726-C7CE7EB02A74}"/>
              </a:ext>
            </a:extLst>
          </p:cNvPr>
          <p:cNvSpPr txBox="1">
            <a:spLocks noChangeArrowheads="1"/>
          </p:cNvSpPr>
          <p:nvPr/>
        </p:nvSpPr>
        <p:spPr>
          <a:xfrm>
            <a:off x="263352" y="260648"/>
            <a:ext cx="4410075" cy="46831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80000"/>
              </a:lnSpc>
              <a:spcBef>
                <a:spcPct val="50000"/>
              </a:spcBef>
              <a:spcAft>
                <a:spcPts val="0"/>
              </a:spcAft>
            </a:pPr>
            <a:r>
              <a:rPr kumimoji="1" lang="en-US" altLang="zh-CN" sz="3000" b="1" dirty="0">
                <a:latin typeface="Times New Roman" panose="02020603050405020304" pitchFamily="18" charset="0"/>
                <a:ea typeface="黑体" panose="02010609060101010101" pitchFamily="49" charset="-122"/>
                <a:cs typeface="Times New Roman" panose="02020603050405020304" pitchFamily="18" charset="0"/>
              </a:rPr>
              <a:t>1.1</a:t>
            </a:r>
            <a:r>
              <a:rPr kumimoji="1" lang="en-US" altLang="zh-CN" sz="3000" b="1" dirty="0">
                <a:latin typeface="黑体" panose="02010609060101010101" pitchFamily="49" charset="-122"/>
                <a:ea typeface="黑体" panose="02010609060101010101" pitchFamily="49" charset="-122"/>
                <a:cs typeface="Times New Roman" panose="02020603050405020304" pitchFamily="18" charset="0"/>
              </a:rPr>
              <a:t> </a:t>
            </a:r>
            <a:r>
              <a:rPr kumimoji="1" lang="zh-CN" altLang="en-US" sz="2800" dirty="0">
                <a:latin typeface="微软雅黑" panose="020B0503020204020204" pitchFamily="34" charset="-122"/>
                <a:ea typeface="微软雅黑" panose="020B0503020204020204" pitchFamily="34" charset="-122"/>
                <a:cs typeface="Times New Roman" panose="02020603050405020304" pitchFamily="18" charset="0"/>
              </a:rPr>
              <a:t>计算机网络</a:t>
            </a:r>
            <a:r>
              <a:rPr kumimoji="1" lang="zh-CN" altLang="en-US" sz="3000" dirty="0">
                <a:latin typeface="微软雅黑" panose="020B0503020204020204" pitchFamily="34" charset="-122"/>
                <a:ea typeface="微软雅黑" panose="020B0503020204020204" pitchFamily="34" charset="-122"/>
                <a:cs typeface="Times New Roman" panose="02020603050405020304" pitchFamily="18" charset="0"/>
              </a:rPr>
              <a:t>的发展</a:t>
            </a:r>
            <a:endParaRPr kumimoji="1" lang="zh-CN" altLang="en-US" sz="3000" b="1" dirty="0">
              <a:latin typeface="黑体" panose="02010609060101010101" pitchFamily="49" charset="-122"/>
              <a:ea typeface="黑体" panose="02010609060101010101" pitchFamily="49" charset="-122"/>
              <a:cs typeface="Times New Roman" panose="02020603050405020304" pitchFamily="18" charset="0"/>
            </a:endParaRPr>
          </a:p>
        </p:txBody>
      </p:sp>
      <p:sp>
        <p:nvSpPr>
          <p:cNvPr id="3" name="Text Box 2">
            <a:extLst>
              <a:ext uri="{FF2B5EF4-FFF2-40B4-BE49-F238E27FC236}">
                <a16:creationId xmlns:a16="http://schemas.microsoft.com/office/drawing/2014/main" id="{90FEAE46-A6FF-4427-AE32-72A4CDFC0212}"/>
              </a:ext>
            </a:extLst>
          </p:cNvPr>
          <p:cNvSpPr txBox="1">
            <a:spLocks noChangeArrowheads="1"/>
          </p:cNvSpPr>
          <p:nvPr/>
        </p:nvSpPr>
        <p:spPr bwMode="auto">
          <a:xfrm>
            <a:off x="479376" y="1124744"/>
            <a:ext cx="62642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50000"/>
              </a:spcBef>
              <a:buClrTx/>
              <a:buFontTx/>
              <a:buNone/>
            </a:pPr>
            <a:r>
              <a:rPr kumimoji="1" lang="zh-CN" altLang="en-US" sz="2400" dirty="0">
                <a:solidFill>
                  <a:srgbClr val="0070C0"/>
                </a:solidFill>
                <a:latin typeface="微软雅黑" panose="020B0503020204020204" pitchFamily="34" charset="-122"/>
                <a:ea typeface="微软雅黑" panose="020B0503020204020204" pitchFamily="34" charset="-122"/>
              </a:rPr>
              <a:t>（</a:t>
            </a:r>
            <a:r>
              <a:rPr kumimoji="1" lang="en-US" altLang="zh-CN" sz="2400" dirty="0">
                <a:solidFill>
                  <a:srgbClr val="0070C0"/>
                </a:solidFill>
                <a:latin typeface="微软雅黑" panose="020B0503020204020204" pitchFamily="34" charset="-122"/>
                <a:ea typeface="微软雅黑" panose="020B0503020204020204" pitchFamily="34" charset="-122"/>
              </a:rPr>
              <a:t>3</a:t>
            </a:r>
            <a:r>
              <a:rPr kumimoji="1" lang="zh-CN" altLang="en-US" sz="2400" dirty="0">
                <a:solidFill>
                  <a:srgbClr val="0070C0"/>
                </a:solidFill>
                <a:latin typeface="微软雅黑" panose="020B0503020204020204" pitchFamily="34" charset="-122"/>
                <a:ea typeface="微软雅黑" panose="020B0503020204020204" pitchFamily="34" charset="-122"/>
              </a:rPr>
              <a:t>）第三阶段：面向标准化的计算机网络</a:t>
            </a:r>
          </a:p>
        </p:txBody>
      </p:sp>
      <p:sp>
        <p:nvSpPr>
          <p:cNvPr id="4" name="矩形 1">
            <a:extLst>
              <a:ext uri="{FF2B5EF4-FFF2-40B4-BE49-F238E27FC236}">
                <a16:creationId xmlns:a16="http://schemas.microsoft.com/office/drawing/2014/main" id="{BE108896-3C68-4F4F-9576-D12BE9208DB8}"/>
              </a:ext>
            </a:extLst>
          </p:cNvPr>
          <p:cNvSpPr>
            <a:spLocks noChangeArrowheads="1"/>
          </p:cNvSpPr>
          <p:nvPr/>
        </p:nvSpPr>
        <p:spPr bwMode="auto">
          <a:xfrm>
            <a:off x="479376" y="1585119"/>
            <a:ext cx="11160125" cy="1827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黑体" panose="02010609060101010101" pitchFamily="49" charset="-122"/>
              </a:defRPr>
            </a:lvl1pPr>
            <a:lvl2pPr marL="742950" indent="-285750">
              <a:defRPr>
                <a:solidFill>
                  <a:schemeClr val="tx1"/>
                </a:solidFill>
                <a:latin typeface="Verdana" panose="020B0604030504040204" pitchFamily="34" charset="0"/>
                <a:ea typeface="黑体" panose="02010609060101010101" pitchFamily="49" charset="-122"/>
              </a:defRPr>
            </a:lvl2pPr>
            <a:lvl3pPr marL="1143000" indent="-228600">
              <a:defRPr>
                <a:solidFill>
                  <a:schemeClr val="tx1"/>
                </a:solidFill>
                <a:latin typeface="Verdana" panose="020B0604030504040204" pitchFamily="34" charset="0"/>
                <a:ea typeface="黑体" panose="02010609060101010101" pitchFamily="49" charset="-122"/>
              </a:defRPr>
            </a:lvl3pPr>
            <a:lvl4pPr marL="1600200" indent="-228600">
              <a:defRPr>
                <a:solidFill>
                  <a:schemeClr val="tx1"/>
                </a:solidFill>
                <a:latin typeface="Verdana" panose="020B0604030504040204" pitchFamily="34" charset="0"/>
                <a:ea typeface="黑体" panose="02010609060101010101" pitchFamily="49" charset="-122"/>
              </a:defRPr>
            </a:lvl4pPr>
            <a:lvl5pPr marL="2057400" indent="-228600">
              <a:defRPr>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9pPr>
          </a:lstStyle>
          <a:p>
            <a:pPr>
              <a:lnSpc>
                <a:spcPct val="120000"/>
              </a:lnSpc>
              <a:spcBef>
                <a:spcPct val="50000"/>
              </a:spcBef>
            </a:pPr>
            <a:r>
              <a:rPr lang="en-US" altLang="zh-CN" sz="2400" dirty="0">
                <a:latin typeface="微软雅黑" panose="020B0503020204020204" pitchFamily="34" charset="-122"/>
                <a:ea typeface="微软雅黑" panose="020B0503020204020204" pitchFamily="34" charset="-122"/>
              </a:rPr>
              <a:t>20</a:t>
            </a:r>
            <a:r>
              <a:rPr lang="zh-CN" altLang="en-US" sz="2400" dirty="0">
                <a:latin typeface="微软雅黑" panose="020B0503020204020204" pitchFamily="34" charset="-122"/>
                <a:ea typeface="微软雅黑" panose="020B0503020204020204" pitchFamily="34" charset="-122"/>
              </a:rPr>
              <a:t>世纪</a:t>
            </a:r>
            <a:r>
              <a:rPr lang="en-US" altLang="zh-CN" sz="2400" dirty="0">
                <a:latin typeface="微软雅黑" panose="020B0503020204020204" pitchFamily="34" charset="-122"/>
                <a:ea typeface="微软雅黑" panose="020B0503020204020204" pitchFamily="34" charset="-122"/>
              </a:rPr>
              <a:t>70</a:t>
            </a:r>
            <a:r>
              <a:rPr lang="zh-CN" altLang="en-US" sz="2400" dirty="0">
                <a:latin typeface="微软雅黑" panose="020B0503020204020204" pitchFamily="34" charset="-122"/>
                <a:ea typeface="微软雅黑" panose="020B0503020204020204" pitchFamily="34" charset="-122"/>
              </a:rPr>
              <a:t>年代末至</a:t>
            </a:r>
            <a:r>
              <a:rPr lang="en-US" altLang="zh-CN" sz="2400" dirty="0">
                <a:latin typeface="微软雅黑" panose="020B0503020204020204" pitchFamily="34" charset="-122"/>
                <a:ea typeface="微软雅黑" panose="020B0503020204020204" pitchFamily="34" charset="-122"/>
              </a:rPr>
              <a:t>20</a:t>
            </a:r>
            <a:r>
              <a:rPr lang="zh-CN" altLang="en-US" sz="2400" dirty="0">
                <a:latin typeface="微软雅黑" panose="020B0503020204020204" pitchFamily="34" charset="-122"/>
                <a:ea typeface="微软雅黑" panose="020B0503020204020204" pitchFamily="34" charset="-122"/>
              </a:rPr>
              <a:t>世纪</a:t>
            </a:r>
            <a:r>
              <a:rPr lang="en-US" altLang="zh-CN" sz="2400" dirty="0">
                <a:latin typeface="微软雅黑" panose="020B0503020204020204" pitchFamily="34" charset="-122"/>
                <a:ea typeface="微软雅黑" panose="020B0503020204020204" pitchFamily="34" charset="-122"/>
              </a:rPr>
              <a:t>80</a:t>
            </a:r>
            <a:r>
              <a:rPr lang="zh-CN" altLang="en-US" sz="2400" dirty="0">
                <a:latin typeface="微软雅黑" panose="020B0503020204020204" pitchFamily="34" charset="-122"/>
                <a:ea typeface="微软雅黑" panose="020B0503020204020204" pitchFamily="34" charset="-122"/>
              </a:rPr>
              <a:t>年代初，各机关和企事业单位组建局域网，在同网络中只能存在同一厂家生产的计算机</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其他厂家生产的计算机无法接入。在此期间，各大公司都推出了自己的网络体系结构。</a:t>
            </a:r>
            <a:r>
              <a:rPr lang="zh-CN" altLang="en-US" sz="2400" dirty="0">
                <a:solidFill>
                  <a:srgbClr val="CC0000"/>
                </a:solidFill>
                <a:latin typeface="微软雅黑" panose="020B0503020204020204" pitchFamily="34" charset="-122"/>
                <a:ea typeface="微软雅黑" panose="020B0503020204020204" pitchFamily="34" charset="-122"/>
              </a:rPr>
              <a:t>需要解决：异构计算机的互连，不同网络之间的互连。</a:t>
            </a:r>
            <a:endParaRPr kumimoji="1" lang="zh-CN" altLang="en-US" sz="2400" dirty="0">
              <a:solidFill>
                <a:srgbClr val="CC0000"/>
              </a:solidFill>
              <a:latin typeface="微软雅黑" panose="020B0503020204020204" pitchFamily="34" charset="-122"/>
              <a:ea typeface="微软雅黑" panose="020B0503020204020204" pitchFamily="34" charset="-122"/>
            </a:endParaRPr>
          </a:p>
        </p:txBody>
      </p:sp>
      <p:pic>
        <p:nvPicPr>
          <p:cNvPr id="5" name="图片 9">
            <a:extLst>
              <a:ext uri="{FF2B5EF4-FFF2-40B4-BE49-F238E27FC236}">
                <a16:creationId xmlns:a16="http://schemas.microsoft.com/office/drawing/2014/main" id="{2284590C-CB55-4EFC-9C85-E7508271165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215184" y="3185471"/>
            <a:ext cx="3603501" cy="2613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10">
            <a:extLst>
              <a:ext uri="{FF2B5EF4-FFF2-40B4-BE49-F238E27FC236}">
                <a16:creationId xmlns:a16="http://schemas.microsoft.com/office/drawing/2014/main" id="{F7EFD659-0843-48C6-97FB-A7860F011C4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967712" y="3146560"/>
            <a:ext cx="3373438" cy="2446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11">
            <a:extLst>
              <a:ext uri="{FF2B5EF4-FFF2-40B4-BE49-F238E27FC236}">
                <a16:creationId xmlns:a16="http://schemas.microsoft.com/office/drawing/2014/main" id="{7E573671-2966-43BF-991A-865A475A968E}"/>
              </a:ext>
            </a:extLst>
          </p:cNvPr>
          <p:cNvSpPr>
            <a:spLocks noChangeArrowheads="1"/>
          </p:cNvSpPr>
          <p:nvPr/>
        </p:nvSpPr>
        <p:spPr bwMode="auto">
          <a:xfrm>
            <a:off x="9047212" y="5635760"/>
            <a:ext cx="11080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黑体" panose="02010609060101010101" pitchFamily="49" charset="-122"/>
              </a:defRPr>
            </a:lvl1pPr>
            <a:lvl2pPr marL="742950" indent="-285750">
              <a:defRPr>
                <a:solidFill>
                  <a:schemeClr val="tx1"/>
                </a:solidFill>
                <a:latin typeface="Verdana" panose="020B0604030504040204" pitchFamily="34" charset="0"/>
                <a:ea typeface="黑体" panose="02010609060101010101" pitchFamily="49" charset="-122"/>
              </a:defRPr>
            </a:lvl2pPr>
            <a:lvl3pPr marL="1143000" indent="-228600">
              <a:defRPr>
                <a:solidFill>
                  <a:schemeClr val="tx1"/>
                </a:solidFill>
                <a:latin typeface="Verdana" panose="020B0604030504040204" pitchFamily="34" charset="0"/>
                <a:ea typeface="黑体" panose="02010609060101010101" pitchFamily="49" charset="-122"/>
              </a:defRPr>
            </a:lvl3pPr>
            <a:lvl4pPr marL="1600200" indent="-228600">
              <a:defRPr>
                <a:solidFill>
                  <a:schemeClr val="tx1"/>
                </a:solidFill>
                <a:latin typeface="Verdana" panose="020B0604030504040204" pitchFamily="34" charset="0"/>
                <a:ea typeface="黑体" panose="02010609060101010101" pitchFamily="49" charset="-122"/>
              </a:defRPr>
            </a:lvl4pPr>
            <a:lvl5pPr marL="2057400" indent="-228600">
              <a:defRPr>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9pPr>
          </a:lstStyle>
          <a:p>
            <a:r>
              <a:rPr lang="zh-CN" altLang="en-US"/>
              <a:t>网络互连</a:t>
            </a:r>
          </a:p>
        </p:txBody>
      </p:sp>
    </p:spTree>
    <p:extLst>
      <p:ext uri="{BB962C8B-B14F-4D97-AF65-F5344CB8AC3E}">
        <p14:creationId xmlns:p14="http://schemas.microsoft.com/office/powerpoint/2010/main" val="561967086"/>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a:extLst>
              <a:ext uri="{FF2B5EF4-FFF2-40B4-BE49-F238E27FC236}">
                <a16:creationId xmlns:a16="http://schemas.microsoft.com/office/drawing/2014/main" id="{E5579C1D-367C-423D-A1BE-71C12E8B6B69}"/>
              </a:ext>
            </a:extLst>
          </p:cNvPr>
          <p:cNvSpPr txBox="1">
            <a:spLocks noChangeArrowheads="1"/>
          </p:cNvSpPr>
          <p:nvPr/>
        </p:nvSpPr>
        <p:spPr bwMode="auto">
          <a:xfrm>
            <a:off x="479376" y="1196752"/>
            <a:ext cx="853440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黑体" panose="02010609060101010101" pitchFamily="49" charset="-122"/>
              </a:defRPr>
            </a:lvl1pPr>
            <a:lvl2pPr marL="742950" indent="-285750">
              <a:defRPr>
                <a:solidFill>
                  <a:schemeClr val="tx1"/>
                </a:solidFill>
                <a:latin typeface="Verdana" panose="020B0604030504040204" pitchFamily="34" charset="0"/>
                <a:ea typeface="黑体" panose="02010609060101010101" pitchFamily="49" charset="-122"/>
              </a:defRPr>
            </a:lvl2pPr>
            <a:lvl3pPr marL="1143000" indent="-228600">
              <a:defRPr>
                <a:solidFill>
                  <a:schemeClr val="tx1"/>
                </a:solidFill>
                <a:latin typeface="Verdana" panose="020B0604030504040204" pitchFamily="34" charset="0"/>
                <a:ea typeface="黑体" panose="02010609060101010101" pitchFamily="49" charset="-122"/>
              </a:defRPr>
            </a:lvl3pPr>
            <a:lvl4pPr marL="1600200" indent="-228600">
              <a:defRPr>
                <a:solidFill>
                  <a:schemeClr val="tx1"/>
                </a:solidFill>
                <a:latin typeface="Verdana" panose="020B0604030504040204" pitchFamily="34" charset="0"/>
                <a:ea typeface="黑体" panose="02010609060101010101" pitchFamily="49" charset="-122"/>
              </a:defRPr>
            </a:lvl4pPr>
            <a:lvl5pPr marL="2057400" indent="-228600">
              <a:defRPr>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9pPr>
          </a:lstStyle>
          <a:p>
            <a:pPr>
              <a:lnSpc>
                <a:spcPct val="120000"/>
              </a:lnSpc>
              <a:spcBef>
                <a:spcPct val="50000"/>
              </a:spcBef>
            </a:pPr>
            <a:r>
              <a:rPr lang="zh-CN" altLang="en-US" sz="2400" dirty="0">
                <a:solidFill>
                  <a:srgbClr val="0070C0"/>
                </a:solidFill>
                <a:latin typeface="微软雅黑" panose="020B0503020204020204" pitchFamily="34" charset="-122"/>
                <a:ea typeface="微软雅黑" panose="020B0503020204020204" pitchFamily="34" charset="-122"/>
              </a:rPr>
              <a:t>（</a:t>
            </a:r>
            <a:r>
              <a:rPr lang="en-US" altLang="zh-CN" sz="2400" dirty="0">
                <a:solidFill>
                  <a:srgbClr val="0070C0"/>
                </a:solidFill>
                <a:latin typeface="微软雅黑" panose="020B0503020204020204" pitchFamily="34" charset="-122"/>
                <a:ea typeface="微软雅黑" panose="020B0503020204020204" pitchFamily="34" charset="-122"/>
              </a:rPr>
              <a:t>4</a:t>
            </a:r>
            <a:r>
              <a:rPr lang="zh-CN" altLang="en-US" sz="2400" dirty="0">
                <a:solidFill>
                  <a:srgbClr val="0070C0"/>
                </a:solidFill>
                <a:latin typeface="微软雅黑" panose="020B0503020204020204" pitchFamily="34" charset="-122"/>
                <a:ea typeface="微软雅黑" panose="020B0503020204020204" pitchFamily="34" charset="-122"/>
              </a:rPr>
              <a:t>）第四阶段：面向全球互连的计算机网络（因特网）</a:t>
            </a:r>
            <a:endParaRPr lang="zh-CN" altLang="zh-CN" sz="2400" dirty="0">
              <a:solidFill>
                <a:srgbClr val="0070C0"/>
              </a:solidFill>
              <a:latin typeface="微软雅黑" panose="020B0503020204020204" pitchFamily="34" charset="-122"/>
              <a:ea typeface="微软雅黑" panose="020B0503020204020204" pitchFamily="34" charset="-122"/>
            </a:endParaRPr>
          </a:p>
        </p:txBody>
      </p:sp>
      <p:sp>
        <p:nvSpPr>
          <p:cNvPr id="3" name="矩形 1">
            <a:extLst>
              <a:ext uri="{FF2B5EF4-FFF2-40B4-BE49-F238E27FC236}">
                <a16:creationId xmlns:a16="http://schemas.microsoft.com/office/drawing/2014/main" id="{002246B4-43E8-4C24-9E47-864589A260E3}"/>
              </a:ext>
            </a:extLst>
          </p:cNvPr>
          <p:cNvSpPr>
            <a:spLocks noChangeArrowheads="1"/>
          </p:cNvSpPr>
          <p:nvPr/>
        </p:nvSpPr>
        <p:spPr bwMode="auto">
          <a:xfrm>
            <a:off x="606376" y="1766665"/>
            <a:ext cx="10963275" cy="138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黑体" panose="02010609060101010101" pitchFamily="49" charset="-122"/>
              </a:defRPr>
            </a:lvl1pPr>
            <a:lvl2pPr marL="742950" indent="-285750">
              <a:defRPr>
                <a:solidFill>
                  <a:schemeClr val="tx1"/>
                </a:solidFill>
                <a:latin typeface="Verdana" panose="020B0604030504040204" pitchFamily="34" charset="0"/>
                <a:ea typeface="黑体" panose="02010609060101010101" pitchFamily="49" charset="-122"/>
              </a:defRPr>
            </a:lvl2pPr>
            <a:lvl3pPr marL="1143000" indent="-228600">
              <a:defRPr>
                <a:solidFill>
                  <a:schemeClr val="tx1"/>
                </a:solidFill>
                <a:latin typeface="Verdana" panose="020B0604030504040204" pitchFamily="34" charset="0"/>
                <a:ea typeface="黑体" panose="02010609060101010101" pitchFamily="49" charset="-122"/>
              </a:defRPr>
            </a:lvl3pPr>
            <a:lvl4pPr marL="1600200" indent="-228600">
              <a:defRPr>
                <a:solidFill>
                  <a:schemeClr val="tx1"/>
                </a:solidFill>
                <a:latin typeface="Verdana" panose="020B0604030504040204" pitchFamily="34" charset="0"/>
                <a:ea typeface="黑体" panose="02010609060101010101" pitchFamily="49" charset="-122"/>
              </a:defRPr>
            </a:lvl4pPr>
            <a:lvl5pPr marL="2057400" indent="-228600">
              <a:defRPr>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9pPr>
          </a:lstStyle>
          <a:p>
            <a:pPr>
              <a:lnSpc>
                <a:spcPct val="120000"/>
              </a:lnSpc>
              <a:spcBef>
                <a:spcPct val="50000"/>
              </a:spcBef>
            </a:pPr>
            <a:r>
              <a:rPr lang="en-US" altLang="zh-CN" sz="2400" dirty="0">
                <a:latin typeface="微软雅黑" panose="020B0503020204020204" pitchFamily="34" charset="-122"/>
                <a:ea typeface="微软雅黑" panose="020B0503020204020204" pitchFamily="34" charset="-122"/>
              </a:rPr>
              <a:t>1993</a:t>
            </a:r>
            <a:r>
              <a:rPr lang="zh-CN" altLang="en-US" sz="2400" dirty="0">
                <a:latin typeface="微软雅黑" panose="020B0503020204020204" pitchFamily="34" charset="-122"/>
                <a:ea typeface="微软雅黑" panose="020B0503020204020204" pitchFamily="34" charset="-122"/>
              </a:rPr>
              <a:t>年美国政府发布了名为“国家信息基础设施行动计划” 的文件，其核心是构建国家信息高速公路。各个国家都建立了自己的高速因特网，这些因特网的互连构成了全球互连的因特网，并且渗透到社会的各个层次。</a:t>
            </a:r>
            <a:endParaRPr lang="zh-CN" altLang="zh-CN" sz="2400" dirty="0">
              <a:latin typeface="微软雅黑" panose="020B0503020204020204" pitchFamily="34" charset="-122"/>
              <a:ea typeface="微软雅黑" panose="020B0503020204020204" pitchFamily="34" charset="-122"/>
            </a:endParaRPr>
          </a:p>
        </p:txBody>
      </p:sp>
      <p:sp>
        <p:nvSpPr>
          <p:cNvPr id="4" name="Rectangle 2">
            <a:extLst>
              <a:ext uri="{FF2B5EF4-FFF2-40B4-BE49-F238E27FC236}">
                <a16:creationId xmlns:a16="http://schemas.microsoft.com/office/drawing/2014/main" id="{2756EDA9-5DAD-4BA5-A6C2-695E75C47AEE}"/>
              </a:ext>
            </a:extLst>
          </p:cNvPr>
          <p:cNvSpPr txBox="1">
            <a:spLocks noChangeArrowheads="1"/>
          </p:cNvSpPr>
          <p:nvPr/>
        </p:nvSpPr>
        <p:spPr>
          <a:xfrm>
            <a:off x="263352" y="260648"/>
            <a:ext cx="4410075" cy="46831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80000"/>
              </a:lnSpc>
              <a:spcBef>
                <a:spcPct val="50000"/>
              </a:spcBef>
              <a:spcAft>
                <a:spcPts val="0"/>
              </a:spcAft>
            </a:pPr>
            <a:r>
              <a:rPr kumimoji="1" lang="en-US" altLang="zh-CN" sz="3000" b="1" dirty="0">
                <a:latin typeface="Times New Roman" panose="02020603050405020304" pitchFamily="18" charset="0"/>
                <a:ea typeface="黑体" panose="02010609060101010101" pitchFamily="49" charset="-122"/>
                <a:cs typeface="Times New Roman" panose="02020603050405020304" pitchFamily="18" charset="0"/>
              </a:rPr>
              <a:t>1.1</a:t>
            </a:r>
            <a:r>
              <a:rPr kumimoji="1" lang="en-US" altLang="zh-CN" sz="3000" b="1" dirty="0">
                <a:latin typeface="黑体" panose="02010609060101010101" pitchFamily="49" charset="-122"/>
                <a:ea typeface="黑体" panose="02010609060101010101" pitchFamily="49" charset="-122"/>
                <a:cs typeface="Times New Roman" panose="02020603050405020304" pitchFamily="18" charset="0"/>
              </a:rPr>
              <a:t> </a:t>
            </a:r>
            <a:r>
              <a:rPr kumimoji="1" lang="zh-CN" altLang="en-US" sz="2800" dirty="0">
                <a:latin typeface="微软雅黑" panose="020B0503020204020204" pitchFamily="34" charset="-122"/>
                <a:ea typeface="微软雅黑" panose="020B0503020204020204" pitchFamily="34" charset="-122"/>
                <a:cs typeface="Times New Roman" panose="02020603050405020304" pitchFamily="18" charset="0"/>
              </a:rPr>
              <a:t>计算机网络</a:t>
            </a:r>
            <a:r>
              <a:rPr kumimoji="1" lang="zh-CN" altLang="en-US" sz="3000" dirty="0">
                <a:latin typeface="微软雅黑" panose="020B0503020204020204" pitchFamily="34" charset="-122"/>
                <a:ea typeface="微软雅黑" panose="020B0503020204020204" pitchFamily="34" charset="-122"/>
                <a:cs typeface="Times New Roman" panose="02020603050405020304" pitchFamily="18" charset="0"/>
              </a:rPr>
              <a:t>的发展</a:t>
            </a:r>
            <a:endParaRPr kumimoji="1" lang="zh-CN" altLang="en-US" sz="3000" b="1" dirty="0">
              <a:latin typeface="黑体" panose="02010609060101010101" pitchFamily="49" charset="-122"/>
              <a:ea typeface="黑体" panose="02010609060101010101" pitchFamily="49" charset="-122"/>
              <a:cs typeface="Times New Roman" panose="02020603050405020304" pitchFamily="18" charset="0"/>
            </a:endParaRPr>
          </a:p>
        </p:txBody>
      </p:sp>
      <p:pic>
        <p:nvPicPr>
          <p:cNvPr id="8" name="图片 7">
            <a:extLst>
              <a:ext uri="{FF2B5EF4-FFF2-40B4-BE49-F238E27FC236}">
                <a16:creationId xmlns:a16="http://schemas.microsoft.com/office/drawing/2014/main" id="{551CDDC0-3989-4C9C-872B-7F6EA4313AD3}"/>
              </a:ext>
            </a:extLst>
          </p:cNvPr>
          <p:cNvPicPr>
            <a:picLocks noChangeAspect="1"/>
          </p:cNvPicPr>
          <p:nvPr/>
        </p:nvPicPr>
        <p:blipFill>
          <a:blip r:embed="rId2"/>
          <a:stretch>
            <a:fillRect/>
          </a:stretch>
        </p:blipFill>
        <p:spPr>
          <a:xfrm>
            <a:off x="6240016" y="3707036"/>
            <a:ext cx="4915588" cy="2854212"/>
          </a:xfrm>
          <a:prstGeom prst="rect">
            <a:avLst/>
          </a:prstGeom>
        </p:spPr>
      </p:pic>
    </p:spTree>
    <p:extLst>
      <p:ext uri="{BB962C8B-B14F-4D97-AF65-F5344CB8AC3E}">
        <p14:creationId xmlns:p14="http://schemas.microsoft.com/office/powerpoint/2010/main" val="3190361953"/>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7A6CD79A-4BA8-4271-8DB0-6A4F1A31409F}"/>
              </a:ext>
            </a:extLst>
          </p:cNvPr>
          <p:cNvSpPr txBox="1">
            <a:spLocks noChangeArrowheads="1"/>
          </p:cNvSpPr>
          <p:nvPr/>
        </p:nvSpPr>
        <p:spPr>
          <a:xfrm>
            <a:off x="191344" y="290513"/>
            <a:ext cx="10668000" cy="121602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80000"/>
              </a:lnSpc>
              <a:spcBef>
                <a:spcPct val="50000"/>
              </a:spcBef>
              <a:spcAft>
                <a:spcPts val="0"/>
              </a:spcAft>
            </a:pPr>
            <a:r>
              <a:rPr kumimoji="1" lang="en-US" altLang="zh-CN" sz="3000" b="1" dirty="0">
                <a:latin typeface="Times New Roman" panose="02020603050405020304" pitchFamily="18" charset="0"/>
                <a:ea typeface="黑体" panose="02010609060101010101" pitchFamily="49" charset="-122"/>
                <a:cs typeface="Times New Roman" panose="02020603050405020304" pitchFamily="18" charset="0"/>
              </a:rPr>
              <a:t>1.2</a:t>
            </a:r>
            <a:r>
              <a:rPr kumimoji="1" lang="zh-CN" altLang="en-US" sz="3000" b="1"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3200" dirty="0">
                <a:solidFill>
                  <a:srgbClr val="0070C0"/>
                </a:solidFill>
                <a:latin typeface="微软雅黑" panose="020B0503020204020204" pitchFamily="34" charset="-122"/>
                <a:ea typeface="微软雅黑" panose="020B0503020204020204" pitchFamily="34" charset="-122"/>
              </a:rPr>
              <a:t>internet</a:t>
            </a:r>
            <a:r>
              <a:rPr lang="zh-CN" altLang="en-US" sz="3200" dirty="0">
                <a:solidFill>
                  <a:srgbClr val="0070C0"/>
                </a:solidFill>
                <a:latin typeface="微软雅黑" panose="020B0503020204020204" pitchFamily="34" charset="-122"/>
                <a:ea typeface="微软雅黑" panose="020B0503020204020204" pitchFamily="34" charset="-122"/>
              </a:rPr>
              <a:t>和</a:t>
            </a:r>
            <a:r>
              <a:rPr lang="en-US" altLang="zh-CN" sz="3200" dirty="0">
                <a:solidFill>
                  <a:srgbClr val="0070C0"/>
                </a:solidFill>
                <a:latin typeface="微软雅黑" panose="020B0503020204020204" pitchFamily="34" charset="-122"/>
                <a:ea typeface="微软雅黑" panose="020B0503020204020204" pitchFamily="34" charset="-122"/>
              </a:rPr>
              <a:t>Internet</a:t>
            </a:r>
            <a:endParaRPr kumimoji="1" lang="zh-CN" altLang="en-US" sz="30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 name="Rectangle 3">
            <a:extLst>
              <a:ext uri="{FF2B5EF4-FFF2-40B4-BE49-F238E27FC236}">
                <a16:creationId xmlns:a16="http://schemas.microsoft.com/office/drawing/2014/main" id="{92AF4443-92B8-4389-8D7B-FA7F6E050287}"/>
              </a:ext>
            </a:extLst>
          </p:cNvPr>
          <p:cNvSpPr txBox="1">
            <a:spLocks noChangeArrowheads="1"/>
          </p:cNvSpPr>
          <p:nvPr/>
        </p:nvSpPr>
        <p:spPr bwMode="auto">
          <a:xfrm>
            <a:off x="777875" y="1838325"/>
            <a:ext cx="4681538" cy="2270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黑体" panose="02010609060101010101" pitchFamily="49" charset="-122"/>
              </a:defRPr>
            </a:lvl1pPr>
            <a:lvl2pPr marL="742950" indent="-285750">
              <a:defRPr>
                <a:solidFill>
                  <a:schemeClr val="tx1"/>
                </a:solidFill>
                <a:latin typeface="Verdana" panose="020B0604030504040204" pitchFamily="34" charset="0"/>
                <a:ea typeface="黑体" panose="02010609060101010101" pitchFamily="49" charset="-122"/>
              </a:defRPr>
            </a:lvl2pPr>
            <a:lvl3pPr marL="1143000" indent="-228600">
              <a:defRPr>
                <a:solidFill>
                  <a:schemeClr val="tx1"/>
                </a:solidFill>
                <a:latin typeface="Verdana" panose="020B0604030504040204" pitchFamily="34" charset="0"/>
                <a:ea typeface="黑体" panose="02010609060101010101" pitchFamily="49" charset="-122"/>
              </a:defRPr>
            </a:lvl3pPr>
            <a:lvl4pPr marL="1600200" indent="-228600">
              <a:defRPr>
                <a:solidFill>
                  <a:schemeClr val="tx1"/>
                </a:solidFill>
                <a:latin typeface="Verdana" panose="020B0604030504040204" pitchFamily="34" charset="0"/>
                <a:ea typeface="黑体" panose="02010609060101010101" pitchFamily="49" charset="-122"/>
              </a:defRPr>
            </a:lvl4pPr>
            <a:lvl5pPr marL="2057400" indent="-228600">
              <a:defRPr>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9pPr>
          </a:lstStyle>
          <a:p>
            <a:pPr>
              <a:lnSpc>
                <a:spcPct val="120000"/>
              </a:lnSpc>
              <a:spcBef>
                <a:spcPct val="50000"/>
              </a:spcBef>
            </a:pPr>
            <a:r>
              <a:rPr lang="en-US" altLang="zh-CN" sz="2400" dirty="0">
                <a:solidFill>
                  <a:srgbClr val="0070C0"/>
                </a:solidFill>
                <a:latin typeface="微软雅黑" panose="020B0503020204020204" pitchFamily="34" charset="-122"/>
                <a:ea typeface="微软雅黑" panose="020B0503020204020204" pitchFamily="34" charset="-122"/>
              </a:rPr>
              <a:t>internet</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interconnected network </a:t>
            </a:r>
            <a:r>
              <a:rPr lang="zh-CN" altLang="en-US" sz="2400" dirty="0">
                <a:latin typeface="微软雅黑" panose="020B0503020204020204" pitchFamily="34" charset="-122"/>
                <a:ea typeface="微软雅黑" panose="020B0503020204020204" pitchFamily="34" charset="-122"/>
              </a:rPr>
              <a:t>互联网或互连网）是一个通用名词，它泛指由多个计算机网络互连而成的网络（网络的网络） 。 </a:t>
            </a:r>
          </a:p>
        </p:txBody>
      </p:sp>
      <p:sp>
        <p:nvSpPr>
          <p:cNvPr id="4" name="矩形 4">
            <a:extLst>
              <a:ext uri="{FF2B5EF4-FFF2-40B4-BE49-F238E27FC236}">
                <a16:creationId xmlns:a16="http://schemas.microsoft.com/office/drawing/2014/main" id="{45D3B2C1-561A-4838-89C5-229E1150D9E8}"/>
              </a:ext>
            </a:extLst>
          </p:cNvPr>
          <p:cNvSpPr>
            <a:spLocks noChangeArrowheads="1"/>
          </p:cNvSpPr>
          <p:nvPr/>
        </p:nvSpPr>
        <p:spPr bwMode="auto">
          <a:xfrm>
            <a:off x="5808663" y="1824038"/>
            <a:ext cx="6119812" cy="2308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黑体" panose="02010609060101010101" pitchFamily="49" charset="-122"/>
              </a:defRPr>
            </a:lvl1pPr>
            <a:lvl2pPr marL="742950" indent="-285750">
              <a:defRPr>
                <a:solidFill>
                  <a:schemeClr val="tx1"/>
                </a:solidFill>
                <a:latin typeface="Verdana" panose="020B0604030504040204" pitchFamily="34" charset="0"/>
                <a:ea typeface="黑体" panose="02010609060101010101" pitchFamily="49" charset="-122"/>
              </a:defRPr>
            </a:lvl2pPr>
            <a:lvl3pPr marL="1143000" indent="-228600">
              <a:defRPr>
                <a:solidFill>
                  <a:schemeClr val="tx1"/>
                </a:solidFill>
                <a:latin typeface="Verdana" panose="020B0604030504040204" pitchFamily="34" charset="0"/>
                <a:ea typeface="黑体" panose="02010609060101010101" pitchFamily="49" charset="-122"/>
              </a:defRPr>
            </a:lvl3pPr>
            <a:lvl4pPr marL="1600200" indent="-228600">
              <a:defRPr>
                <a:solidFill>
                  <a:schemeClr val="tx1"/>
                </a:solidFill>
                <a:latin typeface="Verdana" panose="020B0604030504040204" pitchFamily="34" charset="0"/>
                <a:ea typeface="黑体" panose="02010609060101010101" pitchFamily="49" charset="-122"/>
              </a:defRPr>
            </a:lvl4pPr>
            <a:lvl5pPr marL="2057400" indent="-228600">
              <a:defRPr>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9pPr>
          </a:lstStyle>
          <a:p>
            <a:pPr>
              <a:lnSpc>
                <a:spcPct val="120000"/>
              </a:lnSpc>
              <a:spcBef>
                <a:spcPct val="50000"/>
              </a:spcBef>
            </a:pPr>
            <a:r>
              <a:rPr lang="en-US" altLang="zh-CN" sz="2400" dirty="0">
                <a:solidFill>
                  <a:srgbClr val="0070C0"/>
                </a:solidFill>
                <a:latin typeface="微软雅黑" panose="020B0503020204020204" pitchFamily="34" charset="-122"/>
                <a:ea typeface="微软雅黑" panose="020B0503020204020204" pitchFamily="34" charset="-122"/>
              </a:rPr>
              <a:t>Internet</a:t>
            </a:r>
            <a:r>
              <a:rPr lang="zh-CN" altLang="en-US" sz="2400" dirty="0">
                <a:latin typeface="微软雅黑" panose="020B0503020204020204" pitchFamily="34" charset="-122"/>
                <a:ea typeface="微软雅黑" panose="020B0503020204020204" pitchFamily="34" charset="-122"/>
              </a:rPr>
              <a:t>（因特网）则是一个专用名词，它指当前全球最大的、开放的、由众多网络相互连接而成的特定计算机网络，它采用 </a:t>
            </a:r>
            <a:r>
              <a:rPr lang="en-US" altLang="zh-CN" sz="2400" dirty="0">
                <a:latin typeface="微软雅黑" panose="020B0503020204020204" pitchFamily="34" charset="-122"/>
                <a:ea typeface="微软雅黑" panose="020B0503020204020204" pitchFamily="34" charset="-122"/>
              </a:rPr>
              <a:t>TCP/IP </a:t>
            </a:r>
            <a:r>
              <a:rPr lang="zh-CN" altLang="en-US" sz="2400" dirty="0">
                <a:latin typeface="微软雅黑" panose="020B0503020204020204" pitchFamily="34" charset="-122"/>
                <a:ea typeface="微软雅黑" panose="020B0503020204020204" pitchFamily="34" charset="-122"/>
              </a:rPr>
              <a:t>协议族作为通信的规则，且其前身是美国的 </a:t>
            </a:r>
            <a:r>
              <a:rPr lang="en-US" altLang="zh-CN" sz="2400" dirty="0">
                <a:latin typeface="微软雅黑" panose="020B0503020204020204" pitchFamily="34" charset="-122"/>
                <a:ea typeface="微软雅黑" panose="020B0503020204020204" pitchFamily="34" charset="-122"/>
              </a:rPr>
              <a:t>ARPAnet</a:t>
            </a:r>
            <a:r>
              <a:rPr lang="zh-CN" altLang="en-US" sz="2400" dirty="0">
                <a:latin typeface="微软雅黑" panose="020B0503020204020204" pitchFamily="34" charset="-122"/>
                <a:ea typeface="微软雅黑" panose="020B0503020204020204" pitchFamily="34" charset="-122"/>
              </a:rPr>
              <a:t>。</a:t>
            </a:r>
          </a:p>
        </p:txBody>
      </p:sp>
      <p:pic>
        <p:nvPicPr>
          <p:cNvPr id="5" name="图片 4">
            <a:extLst>
              <a:ext uri="{FF2B5EF4-FFF2-40B4-BE49-F238E27FC236}">
                <a16:creationId xmlns:a16="http://schemas.microsoft.com/office/drawing/2014/main" id="{405856C5-C0D2-432F-B9E8-BE93439F08BF}"/>
              </a:ext>
            </a:extLst>
          </p:cNvPr>
          <p:cNvPicPr>
            <a:picLocks noChangeAspect="1"/>
          </p:cNvPicPr>
          <p:nvPr/>
        </p:nvPicPr>
        <p:blipFill>
          <a:blip r:embed="rId2"/>
          <a:stretch>
            <a:fillRect/>
          </a:stretch>
        </p:blipFill>
        <p:spPr>
          <a:xfrm>
            <a:off x="839416" y="4293096"/>
            <a:ext cx="4324954" cy="2172003"/>
          </a:xfrm>
          <a:prstGeom prst="rect">
            <a:avLst/>
          </a:prstGeom>
        </p:spPr>
      </p:pic>
    </p:spTree>
    <p:extLst>
      <p:ext uri="{BB962C8B-B14F-4D97-AF65-F5344CB8AC3E}">
        <p14:creationId xmlns:p14="http://schemas.microsoft.com/office/powerpoint/2010/main" val="3031531412"/>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582FD0C9-8A94-43E2-AE2D-2F575A148DCF}"/>
              </a:ext>
            </a:extLst>
          </p:cNvPr>
          <p:cNvSpPr txBox="1">
            <a:spLocks noChangeArrowheads="1"/>
          </p:cNvSpPr>
          <p:nvPr/>
        </p:nvSpPr>
        <p:spPr>
          <a:xfrm>
            <a:off x="191344" y="290513"/>
            <a:ext cx="5760640" cy="40218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80000"/>
              </a:lnSpc>
              <a:spcBef>
                <a:spcPct val="50000"/>
              </a:spcBef>
              <a:spcAft>
                <a:spcPts val="0"/>
              </a:spcAft>
            </a:pPr>
            <a:r>
              <a:rPr kumimoji="1" lang="en-US" altLang="zh-CN" sz="3000" b="1" dirty="0">
                <a:latin typeface="Times New Roman" panose="02020603050405020304" pitchFamily="18" charset="0"/>
                <a:ea typeface="黑体" panose="02010609060101010101" pitchFamily="49" charset="-122"/>
                <a:cs typeface="Times New Roman" panose="02020603050405020304" pitchFamily="18" charset="0"/>
              </a:rPr>
              <a:t>1.3</a:t>
            </a:r>
            <a:r>
              <a:rPr kumimoji="1" lang="zh-CN" altLang="en-US" sz="3000" b="1" dirty="0">
                <a:latin typeface="Times New Roman" panose="02020603050405020304" pitchFamily="18" charset="0"/>
                <a:ea typeface="黑体" panose="02010609060101010101" pitchFamily="49" charset="-122"/>
                <a:cs typeface="Times New Roman" panose="02020603050405020304" pitchFamily="18" charset="0"/>
              </a:rPr>
              <a:t> </a:t>
            </a:r>
            <a:r>
              <a:rPr kumimoji="1" lang="en-US" altLang="zh-CN" sz="3000" b="1" dirty="0">
                <a:latin typeface="Times New Roman" panose="02020603050405020304" pitchFamily="18" charset="0"/>
                <a:ea typeface="黑体" panose="02010609060101010101" pitchFamily="49" charset="-122"/>
                <a:cs typeface="Times New Roman" panose="02020603050405020304" pitchFamily="18" charset="0"/>
              </a:rPr>
              <a:t>ISP(Internet </a:t>
            </a:r>
            <a:r>
              <a:rPr kumimoji="1" lang="zh-CN" altLang="en-US" sz="3000" b="1" dirty="0">
                <a:latin typeface="Times New Roman" panose="02020603050405020304" pitchFamily="18" charset="0"/>
                <a:ea typeface="黑体" panose="02010609060101010101" pitchFamily="49" charset="-122"/>
                <a:cs typeface="Times New Roman" panose="02020603050405020304" pitchFamily="18" charset="0"/>
              </a:rPr>
              <a:t>服务提供商）</a:t>
            </a:r>
          </a:p>
        </p:txBody>
      </p:sp>
      <p:pic>
        <p:nvPicPr>
          <p:cNvPr id="4" name="图片 3">
            <a:extLst>
              <a:ext uri="{FF2B5EF4-FFF2-40B4-BE49-F238E27FC236}">
                <a16:creationId xmlns:a16="http://schemas.microsoft.com/office/drawing/2014/main" id="{9E3DE812-9B64-4783-B080-987C7B6CD5F1}"/>
              </a:ext>
            </a:extLst>
          </p:cNvPr>
          <p:cNvPicPr>
            <a:picLocks noChangeAspect="1"/>
          </p:cNvPicPr>
          <p:nvPr/>
        </p:nvPicPr>
        <p:blipFill rotWithShape="1">
          <a:blip r:embed="rId2"/>
          <a:srcRect r="37622"/>
          <a:stretch/>
        </p:blipFill>
        <p:spPr>
          <a:xfrm>
            <a:off x="1991544" y="1556792"/>
            <a:ext cx="7200800" cy="4036165"/>
          </a:xfrm>
          <a:prstGeom prst="rect">
            <a:avLst/>
          </a:prstGeom>
        </p:spPr>
      </p:pic>
      <p:sp>
        <p:nvSpPr>
          <p:cNvPr id="5" name="文本框 4">
            <a:extLst>
              <a:ext uri="{FF2B5EF4-FFF2-40B4-BE49-F238E27FC236}">
                <a16:creationId xmlns:a16="http://schemas.microsoft.com/office/drawing/2014/main" id="{7335E907-CD8F-4D4E-9668-FCF5CB0C977C}"/>
              </a:ext>
            </a:extLst>
          </p:cNvPr>
          <p:cNvSpPr txBox="1"/>
          <p:nvPr/>
        </p:nvSpPr>
        <p:spPr>
          <a:xfrm>
            <a:off x="407368" y="1124744"/>
            <a:ext cx="7560840" cy="461665"/>
          </a:xfrm>
          <a:prstGeom prst="rect">
            <a:avLst/>
          </a:prstGeom>
          <a:noFill/>
        </p:spPr>
        <p:txBody>
          <a:bodyPr wrap="square">
            <a:spAutoFit/>
          </a:bodyPr>
          <a:lstStyle/>
          <a:p>
            <a:r>
              <a:rPr kumimoji="1" lang="zh-CN" altLang="en-US" sz="2400" b="1" dirty="0">
                <a:latin typeface="Times New Roman" panose="02020603050405020304" pitchFamily="18" charset="0"/>
                <a:ea typeface="黑体" panose="02010609060101010101" pitchFamily="49" charset="-122"/>
                <a:cs typeface="Times New Roman" panose="02020603050405020304" pitchFamily="18" charset="0"/>
              </a:rPr>
              <a:t>互联网是层次型的结构。用户通过</a:t>
            </a:r>
            <a:r>
              <a:rPr kumimoji="1" lang="en-US" altLang="zh-CN" sz="2400" b="1" dirty="0">
                <a:latin typeface="Times New Roman" panose="02020603050405020304" pitchFamily="18" charset="0"/>
                <a:ea typeface="黑体" panose="02010609060101010101" pitchFamily="49" charset="-122"/>
                <a:cs typeface="Times New Roman" panose="02020603050405020304" pitchFamily="18" charset="0"/>
              </a:rPr>
              <a:t>ISP</a:t>
            </a:r>
            <a:r>
              <a:rPr kumimoji="1" lang="zh-CN" altLang="en-US" sz="2400" b="1" dirty="0">
                <a:latin typeface="Times New Roman" panose="02020603050405020304" pitchFamily="18" charset="0"/>
                <a:ea typeface="黑体" panose="02010609060101010101" pitchFamily="49" charset="-122"/>
                <a:cs typeface="Times New Roman" panose="02020603050405020304" pitchFamily="18" charset="0"/>
              </a:rPr>
              <a:t>接入互联网。</a:t>
            </a:r>
            <a:endParaRPr lang="zh-CN" altLang="en-US" sz="2400" dirty="0"/>
          </a:p>
        </p:txBody>
      </p:sp>
    </p:spTree>
    <p:extLst>
      <p:ext uri="{BB962C8B-B14F-4D97-AF65-F5344CB8AC3E}">
        <p14:creationId xmlns:p14="http://schemas.microsoft.com/office/powerpoint/2010/main" val="3721576514"/>
      </p:ext>
    </p:ext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0">
            <a:extLst>
              <a:ext uri="{FF2B5EF4-FFF2-40B4-BE49-F238E27FC236}">
                <a16:creationId xmlns:a16="http://schemas.microsoft.com/office/drawing/2014/main" id="{2343F5FF-7E6A-475A-B9ED-8E6503A83C05}"/>
              </a:ext>
            </a:extLst>
          </p:cNvPr>
          <p:cNvSpPr txBox="1">
            <a:spLocks noChangeArrowheads="1"/>
          </p:cNvSpPr>
          <p:nvPr/>
        </p:nvSpPr>
        <p:spPr bwMode="auto">
          <a:xfrm>
            <a:off x="263352" y="260648"/>
            <a:ext cx="403225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a:solidFill>
                  <a:schemeClr val="tx1"/>
                </a:solidFill>
                <a:latin typeface="Verdana" panose="020B0604030504040204" pitchFamily="34" charset="0"/>
                <a:ea typeface="黑体" panose="02010609060101010101" pitchFamily="49" charset="-122"/>
              </a:defRPr>
            </a:lvl1pPr>
            <a:lvl2pPr marL="742950" indent="-285750">
              <a:defRPr>
                <a:solidFill>
                  <a:schemeClr val="tx1"/>
                </a:solidFill>
                <a:latin typeface="Verdana" panose="020B0604030504040204" pitchFamily="34" charset="0"/>
                <a:ea typeface="黑体" panose="02010609060101010101" pitchFamily="49" charset="-122"/>
              </a:defRPr>
            </a:lvl2pPr>
            <a:lvl3pPr marL="1143000" indent="-228600">
              <a:defRPr>
                <a:solidFill>
                  <a:schemeClr val="tx1"/>
                </a:solidFill>
                <a:latin typeface="Verdana" panose="020B0604030504040204" pitchFamily="34" charset="0"/>
                <a:ea typeface="黑体" panose="02010609060101010101" pitchFamily="49" charset="-122"/>
              </a:defRPr>
            </a:lvl3pPr>
            <a:lvl4pPr marL="1600200" indent="-228600">
              <a:defRPr>
                <a:solidFill>
                  <a:schemeClr val="tx1"/>
                </a:solidFill>
                <a:latin typeface="Verdana" panose="020B0604030504040204" pitchFamily="34" charset="0"/>
                <a:ea typeface="黑体" panose="02010609060101010101" pitchFamily="49" charset="-122"/>
              </a:defRPr>
            </a:lvl4pPr>
            <a:lvl5pPr marL="2057400" indent="-228600">
              <a:defRPr>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9pPr>
          </a:lstStyle>
          <a:p>
            <a:pPr eaLnBrk="1" hangingPunct="1">
              <a:lnSpc>
                <a:spcPct val="80000"/>
              </a:lnSpc>
              <a:spcBef>
                <a:spcPct val="50000"/>
              </a:spcBef>
            </a:pPr>
            <a:r>
              <a:rPr kumimoji="1" lang="en-US" altLang="zh-CN" sz="2800" dirty="0">
                <a:latin typeface="微软雅黑" panose="020B0503020204020204" pitchFamily="34" charset="-122"/>
                <a:ea typeface="微软雅黑" panose="020B0503020204020204" pitchFamily="34" charset="-122"/>
                <a:cs typeface="Times New Roman" panose="02020603050405020304" pitchFamily="18" charset="0"/>
              </a:rPr>
              <a:t>1.4</a:t>
            </a:r>
            <a:r>
              <a:rPr kumimoji="1"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2800" dirty="0">
                <a:latin typeface="微软雅黑" panose="020B0503020204020204" pitchFamily="34" charset="-122"/>
                <a:ea typeface="微软雅黑" panose="020B0503020204020204" pitchFamily="34" charset="-122"/>
                <a:cs typeface="Times New Roman" panose="02020603050405020304" pitchFamily="18" charset="0"/>
              </a:rPr>
              <a:t>计算机网络定义</a:t>
            </a:r>
          </a:p>
        </p:txBody>
      </p:sp>
      <p:pic>
        <p:nvPicPr>
          <p:cNvPr id="3" name="Picture 41" descr="1195187288">
            <a:extLst>
              <a:ext uri="{FF2B5EF4-FFF2-40B4-BE49-F238E27FC236}">
                <a16:creationId xmlns:a16="http://schemas.microsoft.com/office/drawing/2014/main" id="{83D5C4AD-D191-4DC4-B7F4-8E6624E2C0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16080" y="3140968"/>
            <a:ext cx="4896544" cy="3358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Box 2">
            <a:extLst>
              <a:ext uri="{FF2B5EF4-FFF2-40B4-BE49-F238E27FC236}">
                <a16:creationId xmlns:a16="http://schemas.microsoft.com/office/drawing/2014/main" id="{5F3372D4-9550-4BF9-896B-FEFFA43D73A3}"/>
              </a:ext>
            </a:extLst>
          </p:cNvPr>
          <p:cNvSpPr txBox="1">
            <a:spLocks noChangeArrowheads="1"/>
          </p:cNvSpPr>
          <p:nvPr/>
        </p:nvSpPr>
        <p:spPr bwMode="auto">
          <a:xfrm>
            <a:off x="336550" y="1052736"/>
            <a:ext cx="11304588" cy="305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黑体" panose="02010609060101010101" pitchFamily="49" charset="-122"/>
              </a:defRPr>
            </a:lvl1pPr>
            <a:lvl2pPr marL="742950" indent="-285750">
              <a:defRPr>
                <a:solidFill>
                  <a:schemeClr val="tx1"/>
                </a:solidFill>
                <a:latin typeface="Verdana" panose="020B0604030504040204" pitchFamily="34" charset="0"/>
                <a:ea typeface="黑体" panose="02010609060101010101" pitchFamily="49" charset="-122"/>
              </a:defRPr>
            </a:lvl2pPr>
            <a:lvl3pPr marL="1143000" indent="-228600">
              <a:defRPr>
                <a:solidFill>
                  <a:schemeClr val="tx1"/>
                </a:solidFill>
                <a:latin typeface="Verdana" panose="020B0604030504040204" pitchFamily="34" charset="0"/>
                <a:ea typeface="黑体" panose="02010609060101010101" pitchFamily="49" charset="-122"/>
              </a:defRPr>
            </a:lvl3pPr>
            <a:lvl4pPr marL="1600200" indent="-228600">
              <a:defRPr>
                <a:solidFill>
                  <a:schemeClr val="tx1"/>
                </a:solidFill>
                <a:latin typeface="Verdana" panose="020B0604030504040204" pitchFamily="34" charset="0"/>
                <a:ea typeface="黑体" panose="02010609060101010101" pitchFamily="49" charset="-122"/>
              </a:defRPr>
            </a:lvl4pPr>
            <a:lvl5pPr marL="2057400" indent="-228600">
              <a:defRPr>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9pPr>
          </a:lstStyle>
          <a:p>
            <a:pPr>
              <a:lnSpc>
                <a:spcPct val="120000"/>
              </a:lnSpc>
              <a:spcBef>
                <a:spcPts val="600"/>
              </a:spcBef>
            </a:pPr>
            <a:r>
              <a:rPr lang="zh-CN" altLang="en-US" sz="2400" dirty="0">
                <a:latin typeface="微软雅黑" panose="020B0503020204020204" pitchFamily="34" charset="-122"/>
                <a:ea typeface="微软雅黑" panose="020B0503020204020204" pitchFamily="34" charset="-122"/>
              </a:rPr>
              <a:t>把分布在不同地理位置的</a:t>
            </a:r>
            <a:r>
              <a:rPr lang="zh-CN" altLang="en-US" sz="2400" dirty="0">
                <a:solidFill>
                  <a:srgbClr val="FF0000"/>
                </a:solidFill>
                <a:latin typeface="微软雅黑" panose="020B0503020204020204" pitchFamily="34" charset="-122"/>
                <a:ea typeface="微软雅黑" panose="020B0503020204020204" pitchFamily="34" charset="-122"/>
              </a:rPr>
              <a:t>自治计算机</a:t>
            </a:r>
            <a:r>
              <a:rPr lang="zh-CN" altLang="en-US" sz="2400" dirty="0">
                <a:solidFill>
                  <a:srgbClr val="0070C0"/>
                </a:solidFill>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通过通信系统</a:t>
            </a:r>
            <a:r>
              <a:rPr lang="zh-CN" altLang="en-US" sz="2400" dirty="0">
                <a:solidFill>
                  <a:srgbClr val="FF0000"/>
                </a:solidFill>
                <a:latin typeface="微软雅黑" panose="020B0503020204020204" pitchFamily="34" charset="-122"/>
                <a:ea typeface="微软雅黑" panose="020B0503020204020204" pitchFamily="34" charset="-122"/>
              </a:rPr>
              <a:t>连接</a:t>
            </a:r>
            <a:r>
              <a:rPr lang="zh-CN" altLang="en-US" sz="2400" dirty="0">
                <a:latin typeface="微软雅黑" panose="020B0503020204020204" pitchFamily="34" charset="-122"/>
                <a:ea typeface="微软雅黑" panose="020B0503020204020204" pitchFamily="34" charset="-122"/>
              </a:rPr>
              <a:t>起来，在</a:t>
            </a:r>
            <a:r>
              <a:rPr lang="zh-CN" altLang="en-US" sz="2400" dirty="0">
                <a:solidFill>
                  <a:srgbClr val="FF0000"/>
                </a:solidFill>
                <a:latin typeface="微软雅黑" panose="020B0503020204020204" pitchFamily="34" charset="-122"/>
                <a:ea typeface="微软雅黑" panose="020B0503020204020204" pitchFamily="34" charset="-122"/>
              </a:rPr>
              <a:t>网络协议和软件</a:t>
            </a:r>
            <a:r>
              <a:rPr lang="zh-CN" altLang="en-US" sz="2400" dirty="0">
                <a:latin typeface="微软雅黑" panose="020B0503020204020204" pitchFamily="34" charset="-122"/>
                <a:ea typeface="微软雅黑" panose="020B0503020204020204" pitchFamily="34" charset="-122"/>
              </a:rPr>
              <a:t>的支持下，实现到</a:t>
            </a:r>
            <a:r>
              <a:rPr lang="zh-CN" altLang="en-US" sz="2400" b="1" u="sng" dirty="0">
                <a:solidFill>
                  <a:srgbClr val="0070C0"/>
                </a:solidFill>
                <a:latin typeface="微软雅黑" panose="020B0503020204020204" pitchFamily="34" charset="-122"/>
                <a:ea typeface="微软雅黑" panose="020B0503020204020204" pitchFamily="34" charset="-122"/>
              </a:rPr>
              <a:t>数据通信和资源共享</a:t>
            </a:r>
            <a:r>
              <a:rPr lang="zh-CN" altLang="en-US" sz="2400" dirty="0">
                <a:latin typeface="微软雅黑" panose="020B0503020204020204" pitchFamily="34" charset="-122"/>
                <a:ea typeface="微软雅黑" panose="020B0503020204020204" pitchFamily="34" charset="-122"/>
              </a:rPr>
              <a:t>的</a:t>
            </a:r>
            <a:r>
              <a:rPr lang="zh-CN" altLang="en-US" sz="2400" u="sng" dirty="0">
                <a:latin typeface="微软雅黑" panose="020B0503020204020204" pitchFamily="34" charset="-122"/>
                <a:ea typeface="微软雅黑" panose="020B0503020204020204" pitchFamily="34" charset="-122"/>
              </a:rPr>
              <a:t>计算机系统</a:t>
            </a:r>
            <a:r>
              <a:rPr lang="zh-CN" altLang="en-US" sz="2400" dirty="0">
                <a:latin typeface="微软雅黑" panose="020B0503020204020204" pitchFamily="34" charset="-122"/>
                <a:ea typeface="微软雅黑" panose="020B0503020204020204" pitchFamily="34" charset="-122"/>
              </a:rPr>
              <a:t>。</a:t>
            </a:r>
          </a:p>
          <a:p>
            <a:pPr>
              <a:lnSpc>
                <a:spcPct val="120000"/>
              </a:lnSpc>
              <a:spcBef>
                <a:spcPts val="600"/>
              </a:spcBef>
            </a:pPr>
            <a:r>
              <a:rPr lang="zh-CN" altLang="en-US" sz="2400" dirty="0">
                <a:latin typeface="微软雅黑" panose="020B0503020204020204" pitchFamily="34" charset="-122"/>
                <a:ea typeface="微软雅黑" panose="020B0503020204020204" pitchFamily="34" charset="-122"/>
              </a:rPr>
              <a:t>计算机网络的基本特征主要表现在：</a:t>
            </a:r>
          </a:p>
          <a:p>
            <a:pPr>
              <a:lnSpc>
                <a:spcPct val="120000"/>
              </a:lnSpc>
              <a:spcBef>
                <a:spcPts val="600"/>
              </a:spcBef>
            </a:pP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）计算机</a:t>
            </a:r>
            <a:r>
              <a:rPr lang="zh-CN" altLang="zh-CN" sz="2400" dirty="0">
                <a:latin typeface="微软雅黑" panose="020B0503020204020204" pitchFamily="34" charset="-122"/>
                <a:ea typeface="微软雅黑" panose="020B0503020204020204" pitchFamily="34" charset="-122"/>
              </a:rPr>
              <a:t>是分布在不同地理位置的多台独立的“自治计算机” </a:t>
            </a:r>
            <a:endParaRPr lang="zh-CN" altLang="en-US" sz="2400" dirty="0">
              <a:latin typeface="微软雅黑" panose="020B0503020204020204" pitchFamily="34" charset="-122"/>
              <a:ea typeface="微软雅黑" panose="020B0503020204020204" pitchFamily="34" charset="-122"/>
            </a:endParaRPr>
          </a:p>
          <a:p>
            <a:pPr>
              <a:lnSpc>
                <a:spcPct val="120000"/>
              </a:lnSpc>
              <a:spcBef>
                <a:spcPts val="600"/>
              </a:spcBef>
            </a:pP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a:t>
            </a:r>
            <a:r>
              <a:rPr lang="zh-CN" altLang="zh-CN" sz="2400" dirty="0">
                <a:latin typeface="微软雅黑" panose="020B0503020204020204" pitchFamily="34" charset="-122"/>
                <a:ea typeface="微软雅黑" panose="020B0503020204020204" pitchFamily="34" charset="-122"/>
              </a:rPr>
              <a:t>建立的目的是实现计算机</a:t>
            </a:r>
            <a:r>
              <a:rPr lang="zh-CN" altLang="en-US" sz="2400" dirty="0">
                <a:latin typeface="微软雅黑" panose="020B0503020204020204" pitchFamily="34" charset="-122"/>
                <a:ea typeface="微软雅黑" panose="020B0503020204020204" pitchFamily="34" charset="-122"/>
              </a:rPr>
              <a:t>数据通信和资源</a:t>
            </a:r>
            <a:r>
              <a:rPr lang="zh-CN" altLang="zh-CN" sz="2400" dirty="0">
                <a:latin typeface="微软雅黑" panose="020B0503020204020204" pitchFamily="34" charset="-122"/>
                <a:ea typeface="微软雅黑" panose="020B0503020204020204" pitchFamily="34" charset="-122"/>
              </a:rPr>
              <a:t>共享</a:t>
            </a:r>
          </a:p>
          <a:p>
            <a:pPr>
              <a:lnSpc>
                <a:spcPct val="120000"/>
              </a:lnSpc>
              <a:spcBef>
                <a:spcPts val="600"/>
              </a:spcBef>
            </a:pP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3</a:t>
            </a:r>
            <a:r>
              <a:rPr lang="zh-CN" altLang="en-US" sz="2400" dirty="0">
                <a:latin typeface="微软雅黑" panose="020B0503020204020204" pitchFamily="34" charset="-122"/>
                <a:ea typeface="微软雅黑" panose="020B0503020204020204" pitchFamily="34" charset="-122"/>
              </a:rPr>
              <a:t>）</a:t>
            </a:r>
            <a:r>
              <a:rPr lang="zh-CN" altLang="zh-CN" sz="2400" dirty="0">
                <a:latin typeface="微软雅黑" panose="020B0503020204020204" pitchFamily="34" charset="-122"/>
                <a:ea typeface="微软雅黑" panose="020B0503020204020204" pitchFamily="34" charset="-122"/>
              </a:rPr>
              <a:t>连网计算机必须遵循全网统一的网络协议</a:t>
            </a:r>
          </a:p>
        </p:txBody>
      </p:sp>
    </p:spTree>
    <p:extLst>
      <p:ext uri="{BB962C8B-B14F-4D97-AF65-F5344CB8AC3E}">
        <p14:creationId xmlns:p14="http://schemas.microsoft.com/office/powerpoint/2010/main" val="2140002339"/>
      </p:ext>
    </p:extLst>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947DBAB5-9C55-478F-ABDF-09691F0A9304}"/>
              </a:ext>
            </a:extLst>
          </p:cNvPr>
          <p:cNvSpPr>
            <a:spLocks noChangeArrowheads="1"/>
          </p:cNvSpPr>
          <p:nvPr/>
        </p:nvSpPr>
        <p:spPr bwMode="auto">
          <a:xfrm>
            <a:off x="191344" y="260648"/>
            <a:ext cx="410527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a:solidFill>
                  <a:schemeClr val="tx1"/>
                </a:solidFill>
                <a:latin typeface="Verdana" panose="020B0604030504040204" pitchFamily="34" charset="0"/>
                <a:ea typeface="黑体" panose="02010609060101010101" pitchFamily="49" charset="-122"/>
              </a:defRPr>
            </a:lvl1pPr>
            <a:lvl2pPr marL="742950" indent="-285750">
              <a:defRPr>
                <a:solidFill>
                  <a:schemeClr val="tx1"/>
                </a:solidFill>
                <a:latin typeface="Verdana" panose="020B0604030504040204" pitchFamily="34" charset="0"/>
                <a:ea typeface="黑体" panose="02010609060101010101" pitchFamily="49" charset="-122"/>
              </a:defRPr>
            </a:lvl2pPr>
            <a:lvl3pPr marL="1143000" indent="-228600">
              <a:defRPr>
                <a:solidFill>
                  <a:schemeClr val="tx1"/>
                </a:solidFill>
                <a:latin typeface="Verdana" panose="020B0604030504040204" pitchFamily="34" charset="0"/>
                <a:ea typeface="黑体" panose="02010609060101010101" pitchFamily="49" charset="-122"/>
              </a:defRPr>
            </a:lvl3pPr>
            <a:lvl4pPr marL="1600200" indent="-228600">
              <a:defRPr>
                <a:solidFill>
                  <a:schemeClr val="tx1"/>
                </a:solidFill>
                <a:latin typeface="Verdana" panose="020B0604030504040204" pitchFamily="34" charset="0"/>
                <a:ea typeface="黑体" panose="02010609060101010101" pitchFamily="49" charset="-122"/>
              </a:defRPr>
            </a:lvl4pPr>
            <a:lvl5pPr marL="2057400" indent="-228600">
              <a:defRPr>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9pPr>
          </a:lstStyle>
          <a:p>
            <a:pPr eaLnBrk="1" hangingPunct="1">
              <a:lnSpc>
                <a:spcPct val="80000"/>
              </a:lnSpc>
              <a:spcBef>
                <a:spcPct val="50000"/>
              </a:spcBef>
            </a:pPr>
            <a:r>
              <a:rPr kumimoji="1" lang="en-US" altLang="zh-CN" sz="2800" dirty="0">
                <a:latin typeface="微软雅黑" panose="020B0503020204020204" pitchFamily="34" charset="-122"/>
                <a:ea typeface="微软雅黑" panose="020B0503020204020204" pitchFamily="34" charset="-122"/>
                <a:cs typeface="Times New Roman" panose="02020603050405020304" pitchFamily="18" charset="0"/>
              </a:rPr>
              <a:t>1.5 </a:t>
            </a:r>
            <a:r>
              <a:rPr kumimoji="1" lang="zh-CN" altLang="en-US" sz="2800" dirty="0">
                <a:latin typeface="微软雅黑" panose="020B0503020204020204" pitchFamily="34" charset="-122"/>
                <a:ea typeface="微软雅黑" panose="020B0503020204020204" pitchFamily="34" charset="-122"/>
                <a:cs typeface="Times New Roman" panose="02020603050405020304" pitchFamily="18" charset="0"/>
              </a:rPr>
              <a:t>计算机网络的分类</a:t>
            </a:r>
          </a:p>
        </p:txBody>
      </p:sp>
      <p:sp>
        <p:nvSpPr>
          <p:cNvPr id="4" name="Text Box 2">
            <a:extLst>
              <a:ext uri="{FF2B5EF4-FFF2-40B4-BE49-F238E27FC236}">
                <a16:creationId xmlns:a16="http://schemas.microsoft.com/office/drawing/2014/main" id="{1BC72EB6-3EB1-4E41-AD29-F66BCAB421AA}"/>
              </a:ext>
            </a:extLst>
          </p:cNvPr>
          <p:cNvSpPr txBox="1">
            <a:spLocks noChangeArrowheads="1"/>
          </p:cNvSpPr>
          <p:nvPr/>
        </p:nvSpPr>
        <p:spPr bwMode="auto">
          <a:xfrm>
            <a:off x="551384" y="1124744"/>
            <a:ext cx="11160125" cy="3305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黑体" panose="02010609060101010101" pitchFamily="49" charset="-122"/>
              </a:defRPr>
            </a:lvl1pPr>
            <a:lvl2pPr marL="742950" indent="-285750">
              <a:defRPr>
                <a:solidFill>
                  <a:schemeClr val="tx1"/>
                </a:solidFill>
                <a:latin typeface="Verdana" panose="020B0604030504040204" pitchFamily="34" charset="0"/>
                <a:ea typeface="黑体" panose="02010609060101010101" pitchFamily="49" charset="-122"/>
              </a:defRPr>
            </a:lvl2pPr>
            <a:lvl3pPr marL="1143000" indent="-228600">
              <a:defRPr>
                <a:solidFill>
                  <a:schemeClr val="tx1"/>
                </a:solidFill>
                <a:latin typeface="Verdana" panose="020B0604030504040204" pitchFamily="34" charset="0"/>
                <a:ea typeface="黑体" panose="02010609060101010101" pitchFamily="49" charset="-122"/>
              </a:defRPr>
            </a:lvl3pPr>
            <a:lvl4pPr marL="1600200" indent="-228600">
              <a:defRPr>
                <a:solidFill>
                  <a:schemeClr val="tx1"/>
                </a:solidFill>
                <a:latin typeface="Verdana" panose="020B0604030504040204" pitchFamily="34" charset="0"/>
                <a:ea typeface="黑体" panose="02010609060101010101" pitchFamily="49" charset="-122"/>
              </a:defRPr>
            </a:lvl4pPr>
            <a:lvl5pPr marL="2057400" indent="-228600">
              <a:defRPr>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9pPr>
          </a:lstStyle>
          <a:p>
            <a:pPr algn="just">
              <a:lnSpc>
                <a:spcPct val="120000"/>
              </a:lnSpc>
              <a:spcBef>
                <a:spcPct val="50000"/>
              </a:spcBef>
            </a:pPr>
            <a:r>
              <a:rPr lang="zh-CN" altLang="en-US" sz="2400" dirty="0">
                <a:latin typeface="微软雅黑" panose="020B0503020204020204" pitchFamily="34" charset="-122"/>
                <a:ea typeface="微软雅黑" panose="020B0503020204020204" pitchFamily="34" charset="-122"/>
              </a:rPr>
              <a:t>     由于计算机网络的广泛使用，目前在世界上已出现了多种形式的计算机网络，可以从不同的角度对它们进行分类：</a:t>
            </a:r>
            <a:endParaRPr lang="en-US" altLang="zh-CN" sz="2400" dirty="0">
              <a:latin typeface="微软雅黑" panose="020B0503020204020204" pitchFamily="34" charset="-122"/>
              <a:ea typeface="微软雅黑" panose="020B0503020204020204" pitchFamily="34" charset="-122"/>
            </a:endParaRPr>
          </a:p>
          <a:p>
            <a:pPr algn="just">
              <a:lnSpc>
                <a:spcPct val="150000"/>
              </a:lnSpc>
              <a:spcBef>
                <a:spcPts val="0"/>
              </a:spcBef>
            </a:pP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如根据其</a:t>
            </a:r>
            <a:r>
              <a:rPr lang="zh-CN" altLang="en-US" sz="2400" dirty="0">
                <a:solidFill>
                  <a:srgbClr val="0070C0"/>
                </a:solidFill>
                <a:latin typeface="微软雅黑" panose="020B0503020204020204" pitchFamily="34" charset="-122"/>
                <a:ea typeface="微软雅黑" panose="020B0503020204020204" pitchFamily="34" charset="-122"/>
              </a:rPr>
              <a:t>地理覆盖范围</a:t>
            </a:r>
            <a:r>
              <a:rPr lang="zh-CN" altLang="en-US" sz="2400" dirty="0">
                <a:latin typeface="微软雅黑" panose="020B0503020204020204" pitchFamily="34" charset="-122"/>
                <a:ea typeface="微软雅黑" panose="020B0503020204020204" pitchFamily="34" charset="-122"/>
              </a:rPr>
              <a:t>的大小，可将计算机网络分成广域网和局域网；</a:t>
            </a:r>
            <a:endParaRPr lang="en-US" altLang="zh-CN" sz="2400" dirty="0">
              <a:latin typeface="微软雅黑" panose="020B0503020204020204" pitchFamily="34" charset="-122"/>
              <a:ea typeface="微软雅黑" panose="020B0503020204020204" pitchFamily="34" charset="-122"/>
            </a:endParaRPr>
          </a:p>
          <a:p>
            <a:pPr algn="just">
              <a:lnSpc>
                <a:spcPct val="150000"/>
              </a:lnSpc>
              <a:spcBef>
                <a:spcPts val="0"/>
              </a:spcBef>
            </a:pP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根据</a:t>
            </a:r>
            <a:r>
              <a:rPr lang="zh-CN" altLang="en-US" sz="2400" dirty="0">
                <a:solidFill>
                  <a:srgbClr val="0070C0"/>
                </a:solidFill>
                <a:latin typeface="微软雅黑" panose="020B0503020204020204" pitchFamily="34" charset="-122"/>
                <a:ea typeface="微软雅黑" panose="020B0503020204020204" pitchFamily="34" charset="-122"/>
              </a:rPr>
              <a:t>网络拓扑结构</a:t>
            </a:r>
            <a:r>
              <a:rPr lang="zh-CN" altLang="en-US" sz="2400" dirty="0">
                <a:latin typeface="微软雅黑" panose="020B0503020204020204" pitchFamily="34" charset="-122"/>
                <a:ea typeface="微软雅黑" panose="020B0503020204020204" pitchFamily="34" charset="-122"/>
              </a:rPr>
              <a:t>的不同，又可将网络分成星型网、树型网、总线型网、环型网和网状型网等</a:t>
            </a:r>
            <a:endParaRPr lang="en-US" altLang="zh-CN" sz="2400" dirty="0">
              <a:latin typeface="微软雅黑" panose="020B0503020204020204" pitchFamily="34" charset="-122"/>
              <a:ea typeface="微软雅黑" panose="020B0503020204020204" pitchFamily="34" charset="-122"/>
            </a:endParaRPr>
          </a:p>
          <a:p>
            <a:pPr algn="just">
              <a:lnSpc>
                <a:spcPct val="150000"/>
              </a:lnSpc>
              <a:spcBef>
                <a:spcPts val="0"/>
              </a:spcBef>
            </a:pP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还可从</a:t>
            </a:r>
            <a:r>
              <a:rPr lang="zh-CN" altLang="en-US" sz="2400" dirty="0">
                <a:solidFill>
                  <a:srgbClr val="0070C0"/>
                </a:solidFill>
                <a:latin typeface="微软雅黑" panose="020B0503020204020204" pitchFamily="34" charset="-122"/>
                <a:ea typeface="微软雅黑" panose="020B0503020204020204" pitchFamily="34" charset="-122"/>
              </a:rPr>
              <a:t>交换方式</a:t>
            </a:r>
            <a:r>
              <a:rPr lang="zh-CN" altLang="en-US" sz="2400" dirty="0">
                <a:latin typeface="微软雅黑" panose="020B0503020204020204" pitchFamily="34" charset="-122"/>
                <a:ea typeface="微软雅黑" panose="020B0503020204020204" pitchFamily="34" charset="-122"/>
              </a:rPr>
              <a:t>或</a:t>
            </a:r>
            <a:r>
              <a:rPr lang="zh-CN" altLang="en-US" sz="2400" dirty="0">
                <a:solidFill>
                  <a:srgbClr val="0070C0"/>
                </a:solidFill>
                <a:latin typeface="微软雅黑" panose="020B0503020204020204" pitchFamily="34" charset="-122"/>
                <a:ea typeface="微软雅黑" panose="020B0503020204020204" pitchFamily="34" charset="-122"/>
              </a:rPr>
              <a:t>控制方式</a:t>
            </a:r>
            <a:r>
              <a:rPr lang="zh-CN" altLang="en-US" sz="2400" dirty="0">
                <a:latin typeface="微软雅黑" panose="020B0503020204020204" pitchFamily="34" charset="-122"/>
                <a:ea typeface="微软雅黑" panose="020B0503020204020204" pitchFamily="34" charset="-122"/>
              </a:rPr>
              <a:t>等方面进行分类</a:t>
            </a:r>
            <a:r>
              <a:rPr lang="en-US" altLang="zh-CN" sz="2400" dirty="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728270863"/>
      </p:ext>
    </p:extLst>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F0D08F9D-B8E3-48F8-9B60-367DE2882BF2}"/>
              </a:ext>
            </a:extLst>
          </p:cNvPr>
          <p:cNvSpPr txBox="1"/>
          <p:nvPr/>
        </p:nvSpPr>
        <p:spPr>
          <a:xfrm>
            <a:off x="179909" y="188640"/>
            <a:ext cx="4691955" cy="497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lgn="just">
              <a:lnSpc>
                <a:spcPct val="120000"/>
              </a:lnSpc>
              <a:spcBef>
                <a:spcPts val="600"/>
              </a:spcBef>
              <a:defRPr sz="2400">
                <a:latin typeface="微软雅黑" panose="020B0503020204020204" pitchFamily="34" charset="-122"/>
                <a:ea typeface="微软雅黑" panose="020B0503020204020204" pitchFamily="34" charset="-122"/>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zh-CN" altLang="en-US" dirty="0"/>
              <a:t>按照其覆盖的地理范围进行分类</a:t>
            </a:r>
          </a:p>
        </p:txBody>
      </p:sp>
      <p:sp>
        <p:nvSpPr>
          <p:cNvPr id="6" name="文本框 5">
            <a:extLst>
              <a:ext uri="{FF2B5EF4-FFF2-40B4-BE49-F238E27FC236}">
                <a16:creationId xmlns:a16="http://schemas.microsoft.com/office/drawing/2014/main" id="{ECA0246C-C45D-435D-9E22-55B65777297B}"/>
              </a:ext>
            </a:extLst>
          </p:cNvPr>
          <p:cNvSpPr txBox="1"/>
          <p:nvPr/>
        </p:nvSpPr>
        <p:spPr>
          <a:xfrm>
            <a:off x="479376" y="1052736"/>
            <a:ext cx="1872208" cy="497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lgn="just">
              <a:lnSpc>
                <a:spcPct val="120000"/>
              </a:lnSpc>
              <a:spcBef>
                <a:spcPts val="600"/>
              </a:spcBef>
              <a:defRPr sz="2400">
                <a:latin typeface="微软雅黑" panose="020B0503020204020204" pitchFamily="34" charset="-122"/>
                <a:ea typeface="微软雅黑" panose="020B0503020204020204" pitchFamily="34" charset="-122"/>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zh-CN" altLang="en-US" dirty="0">
                <a:highlight>
                  <a:srgbClr val="FFFF00"/>
                </a:highlight>
              </a:rPr>
              <a:t>个域网</a:t>
            </a:r>
            <a:r>
              <a:rPr lang="en-US" altLang="zh-CN" dirty="0">
                <a:highlight>
                  <a:srgbClr val="FFFF00"/>
                </a:highlight>
              </a:rPr>
              <a:t>PAN</a:t>
            </a:r>
            <a:endParaRPr lang="zh-CN" altLang="en-US" dirty="0">
              <a:highlight>
                <a:srgbClr val="FFFF00"/>
              </a:highlight>
            </a:endParaRPr>
          </a:p>
        </p:txBody>
      </p:sp>
      <p:sp>
        <p:nvSpPr>
          <p:cNvPr id="8" name="文本框 7">
            <a:extLst>
              <a:ext uri="{FF2B5EF4-FFF2-40B4-BE49-F238E27FC236}">
                <a16:creationId xmlns:a16="http://schemas.microsoft.com/office/drawing/2014/main" id="{EBAA8E96-0BDB-4C2E-A2DB-C5C5C526349C}"/>
              </a:ext>
            </a:extLst>
          </p:cNvPr>
          <p:cNvSpPr txBox="1"/>
          <p:nvPr/>
        </p:nvSpPr>
        <p:spPr>
          <a:xfrm>
            <a:off x="3513314" y="1052736"/>
            <a:ext cx="2039888" cy="497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lgn="just">
              <a:lnSpc>
                <a:spcPct val="120000"/>
              </a:lnSpc>
              <a:spcBef>
                <a:spcPts val="600"/>
              </a:spcBef>
              <a:defRPr sz="2400">
                <a:latin typeface="微软雅黑" panose="020B0503020204020204" pitchFamily="34" charset="-122"/>
                <a:ea typeface="微软雅黑" panose="020B0503020204020204" pitchFamily="34" charset="-122"/>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zh-CN" altLang="en-US" dirty="0">
                <a:highlight>
                  <a:srgbClr val="FFFF00"/>
                </a:highlight>
              </a:rPr>
              <a:t>局域网</a:t>
            </a:r>
            <a:r>
              <a:rPr lang="en-US" altLang="zh-CN" dirty="0">
                <a:highlight>
                  <a:srgbClr val="FFFF00"/>
                </a:highlight>
              </a:rPr>
              <a:t>LAN</a:t>
            </a:r>
            <a:endParaRPr lang="zh-CN" altLang="en-US" dirty="0">
              <a:highlight>
                <a:srgbClr val="FFFF00"/>
              </a:highlight>
            </a:endParaRPr>
          </a:p>
        </p:txBody>
      </p:sp>
      <p:sp>
        <p:nvSpPr>
          <p:cNvPr id="10" name="文本框 9">
            <a:extLst>
              <a:ext uri="{FF2B5EF4-FFF2-40B4-BE49-F238E27FC236}">
                <a16:creationId xmlns:a16="http://schemas.microsoft.com/office/drawing/2014/main" id="{F1D27484-1EB8-49B6-9167-0129503EBDFD}"/>
              </a:ext>
            </a:extLst>
          </p:cNvPr>
          <p:cNvSpPr txBox="1"/>
          <p:nvPr/>
        </p:nvSpPr>
        <p:spPr>
          <a:xfrm>
            <a:off x="6470982" y="1052736"/>
            <a:ext cx="2034548" cy="497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lgn="just">
              <a:lnSpc>
                <a:spcPct val="120000"/>
              </a:lnSpc>
              <a:spcBef>
                <a:spcPts val="600"/>
              </a:spcBef>
              <a:defRPr sz="2400">
                <a:latin typeface="微软雅黑" panose="020B0503020204020204" pitchFamily="34" charset="-122"/>
                <a:ea typeface="微软雅黑" panose="020B0503020204020204" pitchFamily="34" charset="-122"/>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zh-CN" altLang="en-US" dirty="0">
                <a:highlight>
                  <a:srgbClr val="FFFF00"/>
                </a:highlight>
              </a:rPr>
              <a:t>城域网</a:t>
            </a:r>
            <a:r>
              <a:rPr lang="en-US" altLang="zh-CN" dirty="0">
                <a:highlight>
                  <a:srgbClr val="FFFF00"/>
                </a:highlight>
              </a:rPr>
              <a:t>MAN</a:t>
            </a:r>
            <a:endParaRPr lang="zh-CN" altLang="en-US" dirty="0">
              <a:highlight>
                <a:srgbClr val="FFFF00"/>
              </a:highlight>
            </a:endParaRPr>
          </a:p>
        </p:txBody>
      </p:sp>
      <p:sp>
        <p:nvSpPr>
          <p:cNvPr id="12" name="文本框 11">
            <a:extLst>
              <a:ext uri="{FF2B5EF4-FFF2-40B4-BE49-F238E27FC236}">
                <a16:creationId xmlns:a16="http://schemas.microsoft.com/office/drawing/2014/main" id="{7EE77807-B896-4BDB-8032-E5FCFDA17D8F}"/>
              </a:ext>
            </a:extLst>
          </p:cNvPr>
          <p:cNvSpPr txBox="1"/>
          <p:nvPr/>
        </p:nvSpPr>
        <p:spPr>
          <a:xfrm>
            <a:off x="9408368" y="1052735"/>
            <a:ext cx="1944216" cy="497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lgn="just">
              <a:lnSpc>
                <a:spcPct val="120000"/>
              </a:lnSpc>
              <a:spcBef>
                <a:spcPts val="600"/>
              </a:spcBef>
              <a:defRPr sz="2400">
                <a:latin typeface="微软雅黑" panose="020B0503020204020204" pitchFamily="34" charset="-122"/>
                <a:ea typeface="微软雅黑" panose="020B0503020204020204" pitchFamily="34" charset="-122"/>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zh-CN" altLang="en-US" dirty="0">
                <a:highlight>
                  <a:srgbClr val="FFFF00"/>
                </a:highlight>
              </a:rPr>
              <a:t>广域网</a:t>
            </a:r>
            <a:r>
              <a:rPr lang="en-US" altLang="zh-CN" dirty="0">
                <a:highlight>
                  <a:srgbClr val="FFFF00"/>
                </a:highlight>
              </a:rPr>
              <a:t>WAN</a:t>
            </a:r>
            <a:endParaRPr lang="zh-CN" altLang="en-US" dirty="0">
              <a:highlight>
                <a:srgbClr val="FFFF00"/>
              </a:highlight>
            </a:endParaRPr>
          </a:p>
        </p:txBody>
      </p:sp>
      <p:pic>
        <p:nvPicPr>
          <p:cNvPr id="13" name="Picture 2" descr="51ps42rj2he5">
            <a:extLst>
              <a:ext uri="{FF2B5EF4-FFF2-40B4-BE49-F238E27FC236}">
                <a16:creationId xmlns:a16="http://schemas.microsoft.com/office/drawing/2014/main" id="{1A264E84-2EF4-46EE-8095-A3EA8A5CE0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729" y="4869160"/>
            <a:ext cx="2135502" cy="1747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Rectangle 2">
            <a:extLst>
              <a:ext uri="{FF2B5EF4-FFF2-40B4-BE49-F238E27FC236}">
                <a16:creationId xmlns:a16="http://schemas.microsoft.com/office/drawing/2014/main" id="{BFD4AF16-657A-4BDF-8682-B6E381ABBAD8}"/>
              </a:ext>
            </a:extLst>
          </p:cNvPr>
          <p:cNvSpPr>
            <a:spLocks noChangeArrowheads="1"/>
          </p:cNvSpPr>
          <p:nvPr/>
        </p:nvSpPr>
        <p:spPr bwMode="auto">
          <a:xfrm>
            <a:off x="179909" y="1702078"/>
            <a:ext cx="2736379" cy="30156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Verdana" panose="020B0604030504040204" pitchFamily="34" charset="0"/>
                <a:ea typeface="黑体" panose="02010609060101010101" pitchFamily="49" charset="-122"/>
              </a:defRPr>
            </a:lvl1pPr>
            <a:lvl2pPr marL="742950" indent="-285750">
              <a:defRPr>
                <a:solidFill>
                  <a:schemeClr val="tx1"/>
                </a:solidFill>
                <a:latin typeface="Verdana" panose="020B0604030504040204" pitchFamily="34" charset="0"/>
                <a:ea typeface="黑体" panose="02010609060101010101" pitchFamily="49" charset="-122"/>
              </a:defRPr>
            </a:lvl2pPr>
            <a:lvl3pPr marL="1143000" indent="-228600">
              <a:defRPr>
                <a:solidFill>
                  <a:schemeClr val="tx1"/>
                </a:solidFill>
                <a:latin typeface="Verdana" panose="020B0604030504040204" pitchFamily="34" charset="0"/>
                <a:ea typeface="黑体" panose="02010609060101010101" pitchFamily="49" charset="-122"/>
              </a:defRPr>
            </a:lvl3pPr>
            <a:lvl4pPr marL="1600200" indent="-228600">
              <a:defRPr>
                <a:solidFill>
                  <a:schemeClr val="tx1"/>
                </a:solidFill>
                <a:latin typeface="Verdana" panose="020B0604030504040204" pitchFamily="34" charset="0"/>
                <a:ea typeface="黑体" panose="02010609060101010101" pitchFamily="49" charset="-122"/>
              </a:defRPr>
            </a:lvl4pPr>
            <a:lvl5pPr marL="2057400" indent="-228600">
              <a:defRPr>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9pPr>
          </a:lstStyle>
          <a:p>
            <a:pPr>
              <a:lnSpc>
                <a:spcPct val="120000"/>
              </a:lnSpc>
              <a:spcBef>
                <a:spcPts val="600"/>
              </a:spcBef>
            </a:pPr>
            <a:r>
              <a:rPr lang="zh-CN" altLang="en-US" sz="2000" dirty="0">
                <a:latin typeface="微软雅黑" panose="020B0503020204020204" pitchFamily="34" charset="-122"/>
                <a:ea typeface="微软雅黑" panose="020B0503020204020204" pitchFamily="34" charset="-122"/>
              </a:rPr>
              <a:t>是指能在便携式消费电器与通信设备之间进行短距离通信的网络，其覆盖范围一般在</a:t>
            </a:r>
            <a:r>
              <a:rPr lang="en-US" altLang="zh-CN" sz="2000" dirty="0">
                <a:latin typeface="微软雅黑" panose="020B0503020204020204" pitchFamily="34" charset="-122"/>
                <a:ea typeface="微软雅黑" panose="020B0503020204020204" pitchFamily="34" charset="-122"/>
              </a:rPr>
              <a:t>10</a:t>
            </a:r>
            <a:r>
              <a:rPr lang="zh-CN" altLang="en-US" sz="2000" dirty="0">
                <a:latin typeface="微软雅黑" panose="020B0503020204020204" pitchFamily="34" charset="-122"/>
                <a:ea typeface="微软雅黑" panose="020B0503020204020204" pitchFamily="34" charset="-122"/>
              </a:rPr>
              <a:t>米半径以内。如使用蓝牙技术实现的手表、手机、车辆、蓝牙耳机、拍照杆等之间的互连。</a:t>
            </a:r>
          </a:p>
        </p:txBody>
      </p:sp>
      <p:pic>
        <p:nvPicPr>
          <p:cNvPr id="15" name="图片 2">
            <a:extLst>
              <a:ext uri="{FF2B5EF4-FFF2-40B4-BE49-F238E27FC236}">
                <a16:creationId xmlns:a16="http://schemas.microsoft.com/office/drawing/2014/main" id="{3C4A03E8-B4B6-4B20-BB3D-E1B661B10C5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59696" y="5013176"/>
            <a:ext cx="2131276" cy="133947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17" name="文本框 16">
            <a:extLst>
              <a:ext uri="{FF2B5EF4-FFF2-40B4-BE49-F238E27FC236}">
                <a16:creationId xmlns:a16="http://schemas.microsoft.com/office/drawing/2014/main" id="{766C269E-86B8-4144-AC0C-354F9B7523D1}"/>
              </a:ext>
            </a:extLst>
          </p:cNvPr>
          <p:cNvSpPr txBox="1"/>
          <p:nvPr/>
        </p:nvSpPr>
        <p:spPr>
          <a:xfrm>
            <a:off x="3143672" y="1702077"/>
            <a:ext cx="2831976" cy="30156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lnSpc>
                <a:spcPct val="120000"/>
              </a:lnSpc>
              <a:spcBef>
                <a:spcPts val="600"/>
              </a:spcBef>
              <a:defRPr sz="2000">
                <a:latin typeface="微软雅黑" panose="020B0503020204020204" pitchFamily="34" charset="-122"/>
                <a:ea typeface="微软雅黑" panose="020B0503020204020204" pitchFamily="34" charset="-122"/>
              </a:defRPr>
            </a:lvl1pPr>
            <a:lvl2pPr marL="742950" indent="-285750">
              <a:defRPr>
                <a:ea typeface="黑体" panose="02010609060101010101" pitchFamily="49" charset="-122"/>
              </a:defRPr>
            </a:lvl2pPr>
            <a:lvl3pPr marL="1143000" indent="-228600">
              <a:defRPr>
                <a:ea typeface="黑体" panose="02010609060101010101" pitchFamily="49" charset="-122"/>
              </a:defRPr>
            </a:lvl3pPr>
            <a:lvl4pPr marL="1600200" indent="-228600">
              <a:defRPr>
                <a:ea typeface="黑体" panose="02010609060101010101" pitchFamily="49" charset="-122"/>
              </a:defRPr>
            </a:lvl4pPr>
            <a:lvl5pPr marL="2057400" indent="-228600">
              <a:defRPr>
                <a:ea typeface="黑体" panose="02010609060101010101" pitchFamily="49" charset="-122"/>
              </a:defRPr>
            </a:lvl5pPr>
            <a:lvl6pPr marL="2514600" indent="-228600" eaLnBrk="0" fontAlgn="base" hangingPunct="0">
              <a:spcBef>
                <a:spcPct val="0"/>
              </a:spcBef>
              <a:spcAft>
                <a:spcPct val="0"/>
              </a:spcAft>
              <a:defRPr>
                <a:ea typeface="黑体" panose="02010609060101010101" pitchFamily="49" charset="-122"/>
              </a:defRPr>
            </a:lvl6pPr>
            <a:lvl7pPr marL="2971800" indent="-228600" eaLnBrk="0" fontAlgn="base" hangingPunct="0">
              <a:spcBef>
                <a:spcPct val="0"/>
              </a:spcBef>
              <a:spcAft>
                <a:spcPct val="0"/>
              </a:spcAft>
              <a:defRPr>
                <a:ea typeface="黑体" panose="02010609060101010101" pitchFamily="49" charset="-122"/>
              </a:defRPr>
            </a:lvl7pPr>
            <a:lvl8pPr marL="3429000" indent="-228600" eaLnBrk="0" fontAlgn="base" hangingPunct="0">
              <a:spcBef>
                <a:spcPct val="0"/>
              </a:spcBef>
              <a:spcAft>
                <a:spcPct val="0"/>
              </a:spcAft>
              <a:defRPr>
                <a:ea typeface="黑体" panose="02010609060101010101" pitchFamily="49" charset="-122"/>
              </a:defRPr>
            </a:lvl8pPr>
            <a:lvl9pPr marL="3886200" indent="-228600" eaLnBrk="0" fontAlgn="base" hangingPunct="0">
              <a:spcBef>
                <a:spcPct val="0"/>
              </a:spcBef>
              <a:spcAft>
                <a:spcPct val="0"/>
              </a:spcAft>
              <a:defRPr>
                <a:ea typeface="黑体" panose="02010609060101010101" pitchFamily="49" charset="-122"/>
              </a:defRPr>
            </a:lvl9pPr>
          </a:lstStyle>
          <a:p>
            <a:r>
              <a:rPr lang="en-US" altLang="zh-CN" dirty="0"/>
              <a:t> </a:t>
            </a:r>
            <a:r>
              <a:rPr lang="zh-CN" altLang="en-US" dirty="0"/>
              <a:t>局域网用于将有限范围内</a:t>
            </a:r>
            <a:r>
              <a:rPr lang="en-US" altLang="zh-CN" dirty="0"/>
              <a:t>(</a:t>
            </a:r>
            <a:r>
              <a:rPr lang="zh-CN" altLang="en-US" dirty="0"/>
              <a:t>如一个实验室、一栋大楼、一个校园</a:t>
            </a:r>
            <a:r>
              <a:rPr lang="en-US" altLang="zh-CN" dirty="0"/>
              <a:t>)</a:t>
            </a:r>
            <a:r>
              <a:rPr lang="zh-CN" altLang="en-US" dirty="0"/>
              <a:t>的各种计算机、终端与外部设备互连成网。局域网技术发展迅速，应用日益广泛，是计算机网络中最活跃的领域之一。</a:t>
            </a:r>
          </a:p>
        </p:txBody>
      </p:sp>
      <p:pic>
        <p:nvPicPr>
          <p:cNvPr id="18" name="Picture 4" descr="200411169620720">
            <a:extLst>
              <a:ext uri="{FF2B5EF4-FFF2-40B4-BE49-F238E27FC236}">
                <a16:creationId xmlns:a16="http://schemas.microsoft.com/office/drawing/2014/main" id="{C941B48B-73D6-4C90-864B-DACE74D97AA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00056" y="4582195"/>
            <a:ext cx="2495643" cy="2128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ext Box 2">
            <a:extLst>
              <a:ext uri="{FF2B5EF4-FFF2-40B4-BE49-F238E27FC236}">
                <a16:creationId xmlns:a16="http://schemas.microsoft.com/office/drawing/2014/main" id="{8E611FD6-28AD-48B1-B954-B8602F444C8A}"/>
              </a:ext>
            </a:extLst>
          </p:cNvPr>
          <p:cNvSpPr txBox="1">
            <a:spLocks noChangeArrowheads="1"/>
          </p:cNvSpPr>
          <p:nvPr/>
        </p:nvSpPr>
        <p:spPr bwMode="auto">
          <a:xfrm>
            <a:off x="6203032" y="1702076"/>
            <a:ext cx="2831976" cy="30156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lnSpc>
                <a:spcPct val="120000"/>
              </a:lnSpc>
              <a:spcBef>
                <a:spcPts val="600"/>
              </a:spcBef>
              <a:defRPr sz="2000">
                <a:latin typeface="微软雅黑" panose="020B0503020204020204" pitchFamily="34" charset="-122"/>
                <a:ea typeface="微软雅黑" panose="020B0503020204020204" pitchFamily="34" charset="-122"/>
              </a:defRPr>
            </a:lvl1pPr>
            <a:lvl2pPr marL="742950" indent="-285750">
              <a:defRPr>
                <a:ea typeface="黑体" panose="02010609060101010101" pitchFamily="49" charset="-122"/>
              </a:defRPr>
            </a:lvl2pPr>
            <a:lvl3pPr marL="1143000" indent="-228600">
              <a:defRPr>
                <a:ea typeface="黑体" panose="02010609060101010101" pitchFamily="49" charset="-122"/>
              </a:defRPr>
            </a:lvl3pPr>
            <a:lvl4pPr marL="1600200" indent="-228600">
              <a:defRPr>
                <a:ea typeface="黑体" panose="02010609060101010101" pitchFamily="49" charset="-122"/>
              </a:defRPr>
            </a:lvl4pPr>
            <a:lvl5pPr marL="2057400" indent="-228600">
              <a:defRPr>
                <a:ea typeface="黑体" panose="02010609060101010101" pitchFamily="49" charset="-122"/>
              </a:defRPr>
            </a:lvl5pPr>
            <a:lvl6pPr marL="2514600" indent="-228600" eaLnBrk="0" fontAlgn="base" hangingPunct="0">
              <a:spcBef>
                <a:spcPct val="0"/>
              </a:spcBef>
              <a:spcAft>
                <a:spcPct val="0"/>
              </a:spcAft>
              <a:defRPr>
                <a:ea typeface="黑体" panose="02010609060101010101" pitchFamily="49" charset="-122"/>
              </a:defRPr>
            </a:lvl6pPr>
            <a:lvl7pPr marL="2971800" indent="-228600" eaLnBrk="0" fontAlgn="base" hangingPunct="0">
              <a:spcBef>
                <a:spcPct val="0"/>
              </a:spcBef>
              <a:spcAft>
                <a:spcPct val="0"/>
              </a:spcAft>
              <a:defRPr>
                <a:ea typeface="黑体" panose="02010609060101010101" pitchFamily="49" charset="-122"/>
              </a:defRPr>
            </a:lvl7pPr>
            <a:lvl8pPr marL="3429000" indent="-228600" eaLnBrk="0" fontAlgn="base" hangingPunct="0">
              <a:spcBef>
                <a:spcPct val="0"/>
              </a:spcBef>
              <a:spcAft>
                <a:spcPct val="0"/>
              </a:spcAft>
              <a:defRPr>
                <a:ea typeface="黑体" panose="02010609060101010101" pitchFamily="49" charset="-122"/>
              </a:defRPr>
            </a:lvl8pPr>
            <a:lvl9pPr marL="3886200" indent="-228600" eaLnBrk="0" fontAlgn="base" hangingPunct="0">
              <a:spcBef>
                <a:spcPct val="0"/>
              </a:spcBef>
              <a:spcAft>
                <a:spcPct val="0"/>
              </a:spcAft>
              <a:defRPr>
                <a:ea typeface="黑体" panose="02010609060101010101" pitchFamily="49" charset="-122"/>
              </a:defRPr>
            </a:lvl9pPr>
          </a:lstStyle>
          <a:p>
            <a:r>
              <a:rPr lang="zh-CN" altLang="en-US" dirty="0"/>
              <a:t>城域网设计的目标是要满足几十公里范围内的企业、机关、公司的多个局域网互连的需求，以实现大量用户之间的数据、语音、图形与视频等多种信息的传输功能。</a:t>
            </a:r>
          </a:p>
        </p:txBody>
      </p:sp>
      <p:pic>
        <p:nvPicPr>
          <p:cNvPr id="20" name="Picture 5" descr="https://gimg2.baidu.com/image_search/src=http%3A%2F%2Fcenter.jsnu.edu.cn%2F_upload%2Farticle%2F70%2F5a%2F707b1b6741f6b55821f726b0bb09%2F0720eea4-4c29-488b-9120-7902e554de09.jpg&amp;refer=http%3A%2F%2Fcenter.jsnu.edu.cn&amp;app=2002&amp;size=f9999,10000&amp;q=a80&amp;n=0&amp;g=0n&amp;fmt=jpeg?sec=1647219794&amp;t=2ed1268341674f36c14bf3fa334b3ad2">
            <a:extLst>
              <a:ext uri="{FF2B5EF4-FFF2-40B4-BE49-F238E27FC236}">
                <a16:creationId xmlns:a16="http://schemas.microsoft.com/office/drawing/2014/main" id="{B785EBE8-5507-4943-8DA6-0E5983A7966A}"/>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245883" y="4717773"/>
            <a:ext cx="2598388" cy="18885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Text Box 2">
            <a:extLst>
              <a:ext uri="{FF2B5EF4-FFF2-40B4-BE49-F238E27FC236}">
                <a16:creationId xmlns:a16="http://schemas.microsoft.com/office/drawing/2014/main" id="{9D53DA50-6E77-4F20-91BE-C3955D9DD775}"/>
              </a:ext>
            </a:extLst>
          </p:cNvPr>
          <p:cNvSpPr txBox="1">
            <a:spLocks noChangeArrowheads="1"/>
          </p:cNvSpPr>
          <p:nvPr/>
        </p:nvSpPr>
        <p:spPr bwMode="auto">
          <a:xfrm>
            <a:off x="9233454" y="1673205"/>
            <a:ext cx="2529035" cy="2646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lnSpc>
                <a:spcPct val="120000"/>
              </a:lnSpc>
              <a:spcBef>
                <a:spcPts val="600"/>
              </a:spcBef>
              <a:defRPr sz="2000">
                <a:latin typeface="微软雅黑" panose="020B0503020204020204" pitchFamily="34" charset="-122"/>
                <a:ea typeface="微软雅黑" panose="020B0503020204020204" pitchFamily="34" charset="-122"/>
              </a:defRPr>
            </a:lvl1pPr>
            <a:lvl2pPr marL="742950" indent="-285750">
              <a:defRPr>
                <a:ea typeface="黑体" panose="02010609060101010101" pitchFamily="49" charset="-122"/>
              </a:defRPr>
            </a:lvl2pPr>
            <a:lvl3pPr marL="1143000" indent="-228600">
              <a:defRPr>
                <a:ea typeface="黑体" panose="02010609060101010101" pitchFamily="49" charset="-122"/>
              </a:defRPr>
            </a:lvl3pPr>
            <a:lvl4pPr marL="1600200" indent="-228600">
              <a:defRPr>
                <a:ea typeface="黑体" panose="02010609060101010101" pitchFamily="49" charset="-122"/>
              </a:defRPr>
            </a:lvl4pPr>
            <a:lvl5pPr marL="2057400" indent="-228600">
              <a:defRPr>
                <a:ea typeface="黑体" panose="02010609060101010101" pitchFamily="49" charset="-122"/>
              </a:defRPr>
            </a:lvl5pPr>
            <a:lvl6pPr marL="2514600" indent="-228600" eaLnBrk="0" fontAlgn="base" hangingPunct="0">
              <a:spcBef>
                <a:spcPct val="0"/>
              </a:spcBef>
              <a:spcAft>
                <a:spcPct val="0"/>
              </a:spcAft>
              <a:defRPr>
                <a:ea typeface="黑体" panose="02010609060101010101" pitchFamily="49" charset="-122"/>
              </a:defRPr>
            </a:lvl6pPr>
            <a:lvl7pPr marL="2971800" indent="-228600" eaLnBrk="0" fontAlgn="base" hangingPunct="0">
              <a:spcBef>
                <a:spcPct val="0"/>
              </a:spcBef>
              <a:spcAft>
                <a:spcPct val="0"/>
              </a:spcAft>
              <a:defRPr>
                <a:ea typeface="黑体" panose="02010609060101010101" pitchFamily="49" charset="-122"/>
              </a:defRPr>
            </a:lvl7pPr>
            <a:lvl8pPr marL="3429000" indent="-228600" eaLnBrk="0" fontAlgn="base" hangingPunct="0">
              <a:spcBef>
                <a:spcPct val="0"/>
              </a:spcBef>
              <a:spcAft>
                <a:spcPct val="0"/>
              </a:spcAft>
              <a:defRPr>
                <a:ea typeface="黑体" panose="02010609060101010101" pitchFamily="49" charset="-122"/>
              </a:defRPr>
            </a:lvl8pPr>
            <a:lvl9pPr marL="3886200" indent="-228600" eaLnBrk="0" fontAlgn="base" hangingPunct="0">
              <a:spcBef>
                <a:spcPct val="0"/>
              </a:spcBef>
              <a:spcAft>
                <a:spcPct val="0"/>
              </a:spcAft>
              <a:defRPr>
                <a:ea typeface="黑体" panose="02010609060101010101" pitchFamily="49" charset="-122"/>
              </a:defRPr>
            </a:lvl9pPr>
          </a:lstStyle>
          <a:p>
            <a:r>
              <a:rPr lang="zh-CN" altLang="en-US" dirty="0"/>
              <a:t>覆盖的地理范围从几十公里到几千公里。广域网覆盖一个国家、地区，或横跨几个洲，形成国际性的远程网络。骨干网一般都是广域网。</a:t>
            </a:r>
          </a:p>
        </p:txBody>
      </p:sp>
    </p:spTree>
    <p:extLst>
      <p:ext uri="{BB962C8B-B14F-4D97-AF65-F5344CB8AC3E}">
        <p14:creationId xmlns:p14="http://schemas.microsoft.com/office/powerpoint/2010/main" val="1023979639"/>
      </p:ext>
    </p:extLst>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35C89D71-8215-45C5-A102-269AD8380EA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55440" y="1052736"/>
            <a:ext cx="9505056" cy="45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 Box 6">
            <a:extLst>
              <a:ext uri="{FF2B5EF4-FFF2-40B4-BE49-F238E27FC236}">
                <a16:creationId xmlns:a16="http://schemas.microsoft.com/office/drawing/2014/main" id="{DEA70C44-1BC7-434C-8243-433FBB17826C}"/>
              </a:ext>
            </a:extLst>
          </p:cNvPr>
          <p:cNvSpPr txBox="1">
            <a:spLocks noChangeArrowheads="1"/>
          </p:cNvSpPr>
          <p:nvPr/>
        </p:nvSpPr>
        <p:spPr bwMode="auto">
          <a:xfrm>
            <a:off x="335360" y="260648"/>
            <a:ext cx="4464050" cy="436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a:solidFill>
                  <a:schemeClr val="tx1"/>
                </a:solidFill>
                <a:latin typeface="Verdana" panose="020B0604030504040204" pitchFamily="34" charset="0"/>
                <a:ea typeface="黑体" panose="02010609060101010101" pitchFamily="49" charset="-122"/>
              </a:defRPr>
            </a:lvl1pPr>
            <a:lvl2pPr marL="742950" indent="-285750">
              <a:defRPr>
                <a:solidFill>
                  <a:schemeClr val="tx1"/>
                </a:solidFill>
                <a:latin typeface="Verdana" panose="020B0604030504040204" pitchFamily="34" charset="0"/>
                <a:ea typeface="黑体" panose="02010609060101010101" pitchFamily="49" charset="-122"/>
              </a:defRPr>
            </a:lvl2pPr>
            <a:lvl3pPr marL="1143000" indent="-228600">
              <a:defRPr>
                <a:solidFill>
                  <a:schemeClr val="tx1"/>
                </a:solidFill>
                <a:latin typeface="Verdana" panose="020B0604030504040204" pitchFamily="34" charset="0"/>
                <a:ea typeface="黑体" panose="02010609060101010101" pitchFamily="49" charset="-122"/>
              </a:defRPr>
            </a:lvl3pPr>
            <a:lvl4pPr marL="1600200" indent="-228600">
              <a:defRPr>
                <a:solidFill>
                  <a:schemeClr val="tx1"/>
                </a:solidFill>
                <a:latin typeface="Verdana" panose="020B0604030504040204" pitchFamily="34" charset="0"/>
                <a:ea typeface="黑体" panose="02010609060101010101" pitchFamily="49" charset="-122"/>
              </a:defRPr>
            </a:lvl4pPr>
            <a:lvl5pPr marL="2057400" indent="-228600">
              <a:defRPr>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9pPr>
          </a:lstStyle>
          <a:p>
            <a:pPr eaLnBrk="1" hangingPunct="1">
              <a:lnSpc>
                <a:spcPct val="80000"/>
              </a:lnSpc>
              <a:spcBef>
                <a:spcPct val="50000"/>
              </a:spcBef>
            </a:pPr>
            <a:r>
              <a:rPr kumimoji="1" lang="zh-CN" altLang="en-US" sz="240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各种不同范围网络之间的关系</a:t>
            </a:r>
          </a:p>
        </p:txBody>
      </p:sp>
    </p:spTree>
    <p:extLst>
      <p:ext uri="{BB962C8B-B14F-4D97-AF65-F5344CB8AC3E}">
        <p14:creationId xmlns:p14="http://schemas.microsoft.com/office/powerpoint/2010/main" val="861798320"/>
      </p:ext>
    </p:extLst>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a:extLst>
              <a:ext uri="{FF2B5EF4-FFF2-40B4-BE49-F238E27FC236}">
                <a16:creationId xmlns:a16="http://schemas.microsoft.com/office/drawing/2014/main" id="{2DAD40B0-677E-459C-86D5-66B5E0EA315C}"/>
              </a:ext>
            </a:extLst>
          </p:cNvPr>
          <p:cNvSpPr txBox="1">
            <a:spLocks noChangeArrowheads="1"/>
          </p:cNvSpPr>
          <p:nvPr/>
        </p:nvSpPr>
        <p:spPr bwMode="auto">
          <a:xfrm>
            <a:off x="191344" y="260648"/>
            <a:ext cx="4968875" cy="43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a:solidFill>
                  <a:schemeClr val="tx1"/>
                </a:solidFill>
                <a:latin typeface="Verdana" panose="020B0604030504040204" pitchFamily="34" charset="0"/>
                <a:ea typeface="黑体" panose="02010609060101010101" pitchFamily="49" charset="-122"/>
              </a:defRPr>
            </a:lvl1pPr>
            <a:lvl2pPr marL="742950" indent="-285750">
              <a:defRPr>
                <a:solidFill>
                  <a:schemeClr val="tx1"/>
                </a:solidFill>
                <a:latin typeface="Verdana" panose="020B0604030504040204" pitchFamily="34" charset="0"/>
                <a:ea typeface="黑体" panose="02010609060101010101" pitchFamily="49" charset="-122"/>
              </a:defRPr>
            </a:lvl2pPr>
            <a:lvl3pPr marL="1143000" indent="-228600">
              <a:defRPr>
                <a:solidFill>
                  <a:schemeClr val="tx1"/>
                </a:solidFill>
                <a:latin typeface="Verdana" panose="020B0604030504040204" pitchFamily="34" charset="0"/>
                <a:ea typeface="黑体" panose="02010609060101010101" pitchFamily="49" charset="-122"/>
              </a:defRPr>
            </a:lvl3pPr>
            <a:lvl4pPr marL="1600200" indent="-228600">
              <a:defRPr>
                <a:solidFill>
                  <a:schemeClr val="tx1"/>
                </a:solidFill>
                <a:latin typeface="Verdana" panose="020B0604030504040204" pitchFamily="34" charset="0"/>
                <a:ea typeface="黑体" panose="02010609060101010101" pitchFamily="49" charset="-122"/>
              </a:defRPr>
            </a:lvl4pPr>
            <a:lvl5pPr marL="2057400" indent="-228600">
              <a:defRPr>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9pPr>
          </a:lstStyle>
          <a:p>
            <a:pPr eaLnBrk="1" hangingPunct="1">
              <a:lnSpc>
                <a:spcPct val="80000"/>
              </a:lnSpc>
              <a:spcBef>
                <a:spcPct val="50000"/>
              </a:spcBef>
            </a:pPr>
            <a:r>
              <a:rPr kumimoji="1" lang="zh-CN" altLang="en-US" sz="2800" dirty="0">
                <a:solidFill>
                  <a:schemeClr val="tx2"/>
                </a:solidFill>
                <a:latin typeface="微软雅黑" panose="020B0503020204020204" pitchFamily="34" charset="-122"/>
                <a:ea typeface="微软雅黑" panose="020B0503020204020204" pitchFamily="34" charset="-122"/>
                <a:cs typeface="Times New Roman" panose="02020603050405020304" pitchFamily="18" charset="0"/>
              </a:rPr>
              <a:t>根据网络的拓扑结构进行分类</a:t>
            </a:r>
          </a:p>
        </p:txBody>
      </p:sp>
      <p:sp>
        <p:nvSpPr>
          <p:cNvPr id="3" name="Rectangle 2">
            <a:extLst>
              <a:ext uri="{FF2B5EF4-FFF2-40B4-BE49-F238E27FC236}">
                <a16:creationId xmlns:a16="http://schemas.microsoft.com/office/drawing/2014/main" id="{AEC19011-E271-4416-89D3-12BF62262F0D}"/>
              </a:ext>
            </a:extLst>
          </p:cNvPr>
          <p:cNvSpPr>
            <a:spLocks noChangeArrowheads="1"/>
          </p:cNvSpPr>
          <p:nvPr/>
        </p:nvSpPr>
        <p:spPr bwMode="auto">
          <a:xfrm>
            <a:off x="191344" y="836712"/>
            <a:ext cx="11593512" cy="941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黑体" panose="02010609060101010101" pitchFamily="49" charset="-122"/>
              </a:defRPr>
            </a:lvl1pPr>
            <a:lvl2pPr marL="742950" indent="-285750">
              <a:defRPr>
                <a:solidFill>
                  <a:schemeClr val="tx1"/>
                </a:solidFill>
                <a:latin typeface="Verdana" panose="020B0604030504040204" pitchFamily="34" charset="0"/>
                <a:ea typeface="黑体" panose="02010609060101010101" pitchFamily="49" charset="-122"/>
              </a:defRPr>
            </a:lvl2pPr>
            <a:lvl3pPr marL="1143000" indent="-228600">
              <a:defRPr>
                <a:solidFill>
                  <a:schemeClr val="tx1"/>
                </a:solidFill>
                <a:latin typeface="Verdana" panose="020B0604030504040204" pitchFamily="34" charset="0"/>
                <a:ea typeface="黑体" panose="02010609060101010101" pitchFamily="49" charset="-122"/>
              </a:defRPr>
            </a:lvl3pPr>
            <a:lvl4pPr marL="1600200" indent="-228600">
              <a:defRPr>
                <a:solidFill>
                  <a:schemeClr val="tx1"/>
                </a:solidFill>
                <a:latin typeface="Verdana" panose="020B0604030504040204" pitchFamily="34" charset="0"/>
                <a:ea typeface="黑体" panose="02010609060101010101" pitchFamily="49" charset="-122"/>
              </a:defRPr>
            </a:lvl4pPr>
            <a:lvl5pPr marL="2057400" indent="-228600">
              <a:defRPr>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9pPr>
          </a:lstStyle>
          <a:p>
            <a:pPr>
              <a:lnSpc>
                <a:spcPct val="120000"/>
              </a:lnSpc>
              <a:spcBef>
                <a:spcPct val="50000"/>
              </a:spcBef>
            </a:pPr>
            <a:r>
              <a:rPr lang="zh-CN" altLang="en-US" sz="2400" dirty="0">
                <a:latin typeface="微软雅黑" panose="020B0503020204020204" pitchFamily="34" charset="-122"/>
                <a:ea typeface="微软雅黑" panose="020B0503020204020204" pitchFamily="34" charset="-122"/>
              </a:rPr>
              <a:t>根据计算机系统之间的几何连接形式或网络的拓扑结构，可把计算机网络分成以下五类：</a:t>
            </a:r>
            <a:r>
              <a:rPr lang="zh-CN" altLang="en-US" sz="2400" dirty="0">
                <a:solidFill>
                  <a:srgbClr val="0070C0"/>
                </a:solidFill>
                <a:latin typeface="微软雅黑" panose="020B0503020204020204" pitchFamily="34" charset="-122"/>
                <a:ea typeface="微软雅黑" panose="020B0503020204020204" pitchFamily="34" charset="-122"/>
              </a:rPr>
              <a:t>总线型、星型、环型、网状型</a:t>
            </a:r>
            <a:r>
              <a:rPr lang="zh-CN" altLang="en-US" sz="2400" dirty="0">
                <a:latin typeface="微软雅黑" panose="020B0503020204020204" pitchFamily="34" charset="-122"/>
                <a:ea typeface="微软雅黑" panose="020B0503020204020204" pitchFamily="34" charset="-122"/>
              </a:rPr>
              <a:t>。</a:t>
            </a:r>
          </a:p>
        </p:txBody>
      </p:sp>
      <p:pic>
        <p:nvPicPr>
          <p:cNvPr id="5" name="图片 4">
            <a:extLst>
              <a:ext uri="{FF2B5EF4-FFF2-40B4-BE49-F238E27FC236}">
                <a16:creationId xmlns:a16="http://schemas.microsoft.com/office/drawing/2014/main" id="{A561933F-7FB3-49A2-BC75-26A35F3E8D40}"/>
              </a:ext>
            </a:extLst>
          </p:cNvPr>
          <p:cNvPicPr>
            <a:picLocks noChangeAspect="1"/>
          </p:cNvPicPr>
          <p:nvPr/>
        </p:nvPicPr>
        <p:blipFill>
          <a:blip r:embed="rId3"/>
          <a:stretch>
            <a:fillRect/>
          </a:stretch>
        </p:blipFill>
        <p:spPr>
          <a:xfrm>
            <a:off x="551384" y="1946166"/>
            <a:ext cx="4871840" cy="1872208"/>
          </a:xfrm>
          <a:prstGeom prst="rect">
            <a:avLst/>
          </a:prstGeom>
        </p:spPr>
      </p:pic>
      <p:pic>
        <p:nvPicPr>
          <p:cNvPr id="7" name="图片 6">
            <a:extLst>
              <a:ext uri="{FF2B5EF4-FFF2-40B4-BE49-F238E27FC236}">
                <a16:creationId xmlns:a16="http://schemas.microsoft.com/office/drawing/2014/main" id="{35706E6E-0C0D-48D2-B662-4BC0DB0C33D3}"/>
              </a:ext>
            </a:extLst>
          </p:cNvPr>
          <p:cNvPicPr>
            <a:picLocks noChangeAspect="1"/>
          </p:cNvPicPr>
          <p:nvPr/>
        </p:nvPicPr>
        <p:blipFill>
          <a:blip r:embed="rId4"/>
          <a:stretch>
            <a:fillRect/>
          </a:stretch>
        </p:blipFill>
        <p:spPr>
          <a:xfrm>
            <a:off x="1321349" y="4293096"/>
            <a:ext cx="3096344" cy="2430193"/>
          </a:xfrm>
          <a:prstGeom prst="rect">
            <a:avLst/>
          </a:prstGeom>
        </p:spPr>
      </p:pic>
      <p:pic>
        <p:nvPicPr>
          <p:cNvPr id="9" name="图片 8">
            <a:extLst>
              <a:ext uri="{FF2B5EF4-FFF2-40B4-BE49-F238E27FC236}">
                <a16:creationId xmlns:a16="http://schemas.microsoft.com/office/drawing/2014/main" id="{D360ED18-988F-4D8E-A87B-477D39DDFD9C}"/>
              </a:ext>
            </a:extLst>
          </p:cNvPr>
          <p:cNvPicPr>
            <a:picLocks noChangeAspect="1"/>
          </p:cNvPicPr>
          <p:nvPr/>
        </p:nvPicPr>
        <p:blipFill>
          <a:blip r:embed="rId5"/>
          <a:stretch>
            <a:fillRect/>
          </a:stretch>
        </p:blipFill>
        <p:spPr>
          <a:xfrm>
            <a:off x="7032104" y="1801120"/>
            <a:ext cx="2883281" cy="2524700"/>
          </a:xfrm>
          <a:prstGeom prst="rect">
            <a:avLst/>
          </a:prstGeom>
        </p:spPr>
      </p:pic>
      <p:pic>
        <p:nvPicPr>
          <p:cNvPr id="11" name="图片 10">
            <a:extLst>
              <a:ext uri="{FF2B5EF4-FFF2-40B4-BE49-F238E27FC236}">
                <a16:creationId xmlns:a16="http://schemas.microsoft.com/office/drawing/2014/main" id="{EEEDC803-2587-40DF-9D5B-9CFBAE34E9F1}"/>
              </a:ext>
            </a:extLst>
          </p:cNvPr>
          <p:cNvPicPr>
            <a:picLocks noChangeAspect="1"/>
          </p:cNvPicPr>
          <p:nvPr/>
        </p:nvPicPr>
        <p:blipFill>
          <a:blip r:embed="rId6"/>
          <a:stretch>
            <a:fillRect/>
          </a:stretch>
        </p:blipFill>
        <p:spPr>
          <a:xfrm>
            <a:off x="6512877" y="4653136"/>
            <a:ext cx="3921734" cy="2047977"/>
          </a:xfrm>
          <a:prstGeom prst="rect">
            <a:avLst/>
          </a:prstGeom>
        </p:spPr>
      </p:pic>
      <p:sp>
        <p:nvSpPr>
          <p:cNvPr id="4" name="矩形 3">
            <a:extLst>
              <a:ext uri="{FF2B5EF4-FFF2-40B4-BE49-F238E27FC236}">
                <a16:creationId xmlns:a16="http://schemas.microsoft.com/office/drawing/2014/main" id="{240AD18D-5FE2-06BF-6357-03188F7E8EC0}"/>
              </a:ext>
            </a:extLst>
          </p:cNvPr>
          <p:cNvSpPr/>
          <p:nvPr/>
        </p:nvSpPr>
        <p:spPr>
          <a:xfrm>
            <a:off x="322868" y="1801120"/>
            <a:ext cx="11161240" cy="227567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A1767549-AD1D-100A-6805-50FCF4D8052C}"/>
              </a:ext>
            </a:extLst>
          </p:cNvPr>
          <p:cNvSpPr/>
          <p:nvPr/>
        </p:nvSpPr>
        <p:spPr>
          <a:xfrm>
            <a:off x="407480" y="4349073"/>
            <a:ext cx="11161240" cy="227567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p14="http://schemas.microsoft.com/office/powerpoint/2010/main">
        <mc:Choice Requires="p14">
          <p:contentPart p14:bwMode="auto" r:id="rId7">
            <p14:nvContentPartPr>
              <p14:cNvPr id="8" name="墨迹 7">
                <a:extLst>
                  <a:ext uri="{FF2B5EF4-FFF2-40B4-BE49-F238E27FC236}">
                    <a16:creationId xmlns:a16="http://schemas.microsoft.com/office/drawing/2014/main" id="{64D6C64C-A13C-FFD5-AC60-05A1749E01DB}"/>
                  </a:ext>
                </a:extLst>
              </p14:cNvPr>
              <p14:cNvContentPartPr/>
              <p14:nvPr/>
            </p14:nvContentPartPr>
            <p14:xfrm>
              <a:off x="1279762" y="566072"/>
              <a:ext cx="8838360" cy="6768720"/>
            </p14:xfrm>
          </p:contentPart>
        </mc:Choice>
        <mc:Fallback xmlns="">
          <p:pic>
            <p:nvPicPr>
              <p:cNvPr id="8" name="墨迹 7">
                <a:extLst>
                  <a:ext uri="{FF2B5EF4-FFF2-40B4-BE49-F238E27FC236}">
                    <a16:creationId xmlns:a16="http://schemas.microsoft.com/office/drawing/2014/main" id="{64D6C64C-A13C-FFD5-AC60-05A1749E01DB}"/>
                  </a:ext>
                </a:extLst>
              </p:cNvPr>
              <p:cNvPicPr/>
              <p:nvPr/>
            </p:nvPicPr>
            <p:blipFill>
              <a:blip r:embed="rId8"/>
              <a:stretch>
                <a:fillRect/>
              </a:stretch>
            </p:blipFill>
            <p:spPr>
              <a:xfrm>
                <a:off x="1275442" y="561752"/>
                <a:ext cx="8847000" cy="6777360"/>
              </a:xfrm>
              <a:prstGeom prst="rect">
                <a:avLst/>
              </a:prstGeom>
            </p:spPr>
          </p:pic>
        </mc:Fallback>
      </mc:AlternateContent>
      <p:sp>
        <p:nvSpPr>
          <p:cNvPr id="13" name="文本框 12">
            <a:extLst>
              <a:ext uri="{FF2B5EF4-FFF2-40B4-BE49-F238E27FC236}">
                <a16:creationId xmlns:a16="http://schemas.microsoft.com/office/drawing/2014/main" id="{501B03FC-6039-D81A-0444-E7600FB5560A}"/>
              </a:ext>
            </a:extLst>
          </p:cNvPr>
          <p:cNvSpPr txBox="1"/>
          <p:nvPr/>
        </p:nvSpPr>
        <p:spPr>
          <a:xfrm>
            <a:off x="4704300" y="4869160"/>
            <a:ext cx="1391700" cy="954107"/>
          </a:xfrm>
          <a:prstGeom prst="rect">
            <a:avLst/>
          </a:prstGeom>
          <a:noFill/>
        </p:spPr>
        <p:txBody>
          <a:bodyPr wrap="square" rtlCol="0">
            <a:spAutoFit/>
          </a:bodyPr>
          <a:lstStyle/>
          <a:p>
            <a:r>
              <a:rPr lang="zh-CN" altLang="en-US"/>
              <a:t>适用局域网</a:t>
            </a:r>
          </a:p>
        </p:txBody>
      </p:sp>
      <p:sp>
        <p:nvSpPr>
          <p:cNvPr id="14" name="文本框 13">
            <a:extLst>
              <a:ext uri="{FF2B5EF4-FFF2-40B4-BE49-F238E27FC236}">
                <a16:creationId xmlns:a16="http://schemas.microsoft.com/office/drawing/2014/main" id="{45588869-27D9-CF92-1690-EB6FBA78C99E}"/>
              </a:ext>
            </a:extLst>
          </p:cNvPr>
          <p:cNvSpPr txBox="1"/>
          <p:nvPr/>
        </p:nvSpPr>
        <p:spPr>
          <a:xfrm>
            <a:off x="9409415" y="5941815"/>
            <a:ext cx="1391700" cy="954107"/>
          </a:xfrm>
          <a:prstGeom prst="rect">
            <a:avLst/>
          </a:prstGeom>
          <a:noFill/>
        </p:spPr>
        <p:txBody>
          <a:bodyPr wrap="square" rtlCol="0">
            <a:spAutoFit/>
          </a:bodyPr>
          <a:lstStyle/>
          <a:p>
            <a:r>
              <a:rPr lang="zh-CN" altLang="en-US"/>
              <a:t>适用广域网</a:t>
            </a:r>
          </a:p>
        </p:txBody>
      </p:sp>
    </p:spTree>
    <p:extLst>
      <p:ext uri="{BB962C8B-B14F-4D97-AF65-F5344CB8AC3E}">
        <p14:creationId xmlns:p14="http://schemas.microsoft.com/office/powerpoint/2010/main" val="2875164423"/>
      </p:ext>
    </p:extLst>
  </p:cSld>
  <p:clrMapOvr>
    <a:masterClrMapping/>
  </p:clrMapOvr>
  <p:transition spd="slow"/>
  <p:extLst>
    <p:ext uri="{6950BFC3-D8DA-4A85-94F7-54DA5524770B}">
      <p188:commentRel xmlns:p188="http://schemas.microsoft.com/office/powerpoint/2018/8/main" r:id="rId2"/>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21DDAD00-8356-4FB0-BE1E-3DE428541FD1}"/>
              </a:ext>
            </a:extLst>
          </p:cNvPr>
          <p:cNvSpPr txBox="1">
            <a:spLocks noChangeArrowheads="1"/>
          </p:cNvSpPr>
          <p:nvPr/>
        </p:nvSpPr>
        <p:spPr>
          <a:xfrm>
            <a:off x="119336" y="188640"/>
            <a:ext cx="4105275" cy="609600"/>
          </a:xfrm>
          <a:prstGeom prst="rect">
            <a:avLst/>
          </a:prstGeom>
        </p:spPr>
        <p:txBody>
          <a:bodyP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20000"/>
              </a:lnSpc>
              <a:spcBef>
                <a:spcPct val="50000"/>
              </a:spcBef>
              <a:spcAft>
                <a:spcPts val="0"/>
              </a:spcAft>
              <a:defRPr/>
            </a:pPr>
            <a:r>
              <a:rPr lang="en-US" altLang="zh-CN" sz="2800">
                <a:latin typeface="微软雅黑" panose="020B0503020204020204" pitchFamily="34" charset="-122"/>
                <a:ea typeface="微软雅黑" panose="020B0503020204020204" pitchFamily="34" charset="-122"/>
                <a:cs typeface="+mn-cs"/>
              </a:rPr>
              <a:t>1.6 </a:t>
            </a:r>
            <a:r>
              <a:rPr lang="zh-CN" altLang="en-US" sz="2800">
                <a:latin typeface="微软雅黑" panose="020B0503020204020204" pitchFamily="34" charset="-122"/>
                <a:ea typeface="微软雅黑" panose="020B0503020204020204" pitchFamily="34" charset="-122"/>
                <a:cs typeface="+mn-cs"/>
              </a:rPr>
              <a:t>计算机网络的组成</a:t>
            </a:r>
            <a:endParaRPr lang="zh-CN" altLang="en-US" sz="2800" dirty="0">
              <a:latin typeface="微软雅黑" panose="020B0503020204020204" pitchFamily="34" charset="-122"/>
              <a:ea typeface="微软雅黑" panose="020B0503020204020204" pitchFamily="34" charset="-122"/>
              <a:cs typeface="+mn-cs"/>
            </a:endParaRPr>
          </a:p>
        </p:txBody>
      </p:sp>
      <p:sp>
        <p:nvSpPr>
          <p:cNvPr id="3" name="Rectangle 2">
            <a:extLst>
              <a:ext uri="{FF2B5EF4-FFF2-40B4-BE49-F238E27FC236}">
                <a16:creationId xmlns:a16="http://schemas.microsoft.com/office/drawing/2014/main" id="{84195CE2-B0EF-4BFE-8999-7300C3053F9E}"/>
              </a:ext>
            </a:extLst>
          </p:cNvPr>
          <p:cNvSpPr>
            <a:spLocks noChangeArrowheads="1"/>
          </p:cNvSpPr>
          <p:nvPr/>
        </p:nvSpPr>
        <p:spPr bwMode="auto">
          <a:xfrm>
            <a:off x="363046" y="1268760"/>
            <a:ext cx="11809413" cy="2538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20000"/>
              </a:lnSpc>
              <a:spcBef>
                <a:spcPts val="600"/>
              </a:spcBef>
              <a:defRPr/>
            </a:pPr>
            <a:r>
              <a:rPr lang="zh-CN" altLang="en-US" sz="2400" dirty="0">
                <a:latin typeface="微软雅黑" panose="020B0503020204020204" pitchFamily="34" charset="-122"/>
                <a:ea typeface="微软雅黑" panose="020B0503020204020204" pitchFamily="34" charset="-122"/>
              </a:rPr>
              <a:t>     根据网络的定义，一个典型的计算机网络主要是由计算机系统、数据通信系统、网络软件及协议三大部分组成。</a:t>
            </a:r>
            <a:endParaRPr lang="en-US" altLang="zh-CN" sz="2400" dirty="0">
              <a:latin typeface="微软雅黑" panose="020B0503020204020204" pitchFamily="34" charset="-122"/>
              <a:ea typeface="微软雅黑" panose="020B0503020204020204" pitchFamily="34" charset="-122"/>
            </a:endParaRPr>
          </a:p>
          <a:p>
            <a:pPr marL="457200" indent="-457200" algn="just">
              <a:lnSpc>
                <a:spcPct val="120000"/>
              </a:lnSpc>
              <a:spcBef>
                <a:spcPts val="600"/>
              </a:spcBef>
              <a:buFont typeface="Wingdings" panose="05000000000000000000" pitchFamily="2" charset="2"/>
              <a:buChar char="l"/>
              <a:defRPr/>
            </a:pPr>
            <a:r>
              <a:rPr lang="zh-CN" altLang="en-US" sz="2400" dirty="0">
                <a:solidFill>
                  <a:srgbClr val="0070C0"/>
                </a:solidFill>
                <a:latin typeface="微软雅黑" panose="020B0503020204020204" pitchFamily="34" charset="-122"/>
                <a:ea typeface="微软雅黑" panose="020B0503020204020204" pitchFamily="34" charset="-122"/>
              </a:rPr>
              <a:t>计算机系统</a:t>
            </a:r>
            <a:r>
              <a:rPr lang="zh-CN" altLang="en-US" sz="2400" dirty="0">
                <a:latin typeface="微软雅黑" panose="020B0503020204020204" pitchFamily="34" charset="-122"/>
                <a:ea typeface="微软雅黑" panose="020B0503020204020204" pitchFamily="34" charset="-122"/>
              </a:rPr>
              <a:t>是网络的基本模块，为网络内的其他计算机提供共享资源；</a:t>
            </a:r>
            <a:endParaRPr lang="en-US" altLang="zh-CN" sz="2400" dirty="0">
              <a:latin typeface="微软雅黑" panose="020B0503020204020204" pitchFamily="34" charset="-122"/>
              <a:ea typeface="微软雅黑" panose="020B0503020204020204" pitchFamily="34" charset="-122"/>
            </a:endParaRPr>
          </a:p>
          <a:p>
            <a:pPr marL="457200" indent="-457200" algn="just">
              <a:lnSpc>
                <a:spcPct val="120000"/>
              </a:lnSpc>
              <a:spcBef>
                <a:spcPts val="600"/>
              </a:spcBef>
              <a:buFont typeface="Wingdings" panose="05000000000000000000" pitchFamily="2" charset="2"/>
              <a:buChar char="l"/>
              <a:defRPr/>
            </a:pPr>
            <a:r>
              <a:rPr lang="zh-CN" altLang="en-US" sz="2400" dirty="0">
                <a:solidFill>
                  <a:srgbClr val="0070C0"/>
                </a:solidFill>
                <a:latin typeface="微软雅黑" panose="020B0503020204020204" pitchFamily="34" charset="-122"/>
                <a:ea typeface="微软雅黑" panose="020B0503020204020204" pitchFamily="34" charset="-122"/>
              </a:rPr>
              <a:t>数据通信系统</a:t>
            </a:r>
            <a:r>
              <a:rPr lang="zh-CN" altLang="en-US" sz="2400" dirty="0">
                <a:latin typeface="微软雅黑" panose="020B0503020204020204" pitchFamily="34" charset="-122"/>
                <a:ea typeface="微软雅黑" panose="020B0503020204020204" pitchFamily="34" charset="-122"/>
              </a:rPr>
              <a:t>是连接网络基本模块的桥梁，它提供各种连接技术和信息交换技术；</a:t>
            </a:r>
            <a:endParaRPr lang="en-US" altLang="zh-CN" sz="2400" dirty="0">
              <a:latin typeface="微软雅黑" panose="020B0503020204020204" pitchFamily="34" charset="-122"/>
              <a:ea typeface="微软雅黑" panose="020B0503020204020204" pitchFamily="34" charset="-122"/>
            </a:endParaRPr>
          </a:p>
          <a:p>
            <a:pPr marL="457200" indent="-457200" algn="just">
              <a:lnSpc>
                <a:spcPct val="120000"/>
              </a:lnSpc>
              <a:spcBef>
                <a:spcPts val="600"/>
              </a:spcBef>
              <a:buFont typeface="Wingdings" panose="05000000000000000000" pitchFamily="2" charset="2"/>
              <a:buChar char="l"/>
              <a:defRPr/>
            </a:pPr>
            <a:r>
              <a:rPr lang="zh-CN" altLang="en-US" sz="2400" dirty="0">
                <a:solidFill>
                  <a:srgbClr val="0070C0"/>
                </a:solidFill>
                <a:latin typeface="微软雅黑" panose="020B0503020204020204" pitchFamily="34" charset="-122"/>
                <a:ea typeface="微软雅黑" panose="020B0503020204020204" pitchFamily="34" charset="-122"/>
              </a:rPr>
              <a:t>网络软件</a:t>
            </a:r>
            <a:r>
              <a:rPr lang="zh-CN" altLang="en-US" sz="2400" dirty="0">
                <a:latin typeface="微软雅黑" panose="020B0503020204020204" pitchFamily="34" charset="-122"/>
                <a:ea typeface="微软雅黑" panose="020B0503020204020204" pitchFamily="34" charset="-122"/>
              </a:rPr>
              <a:t>是网络的组织者和管理者，在网络协议的支持下，为网络用户提供服务。</a:t>
            </a:r>
          </a:p>
        </p:txBody>
      </p:sp>
    </p:spTree>
    <p:extLst>
      <p:ext uri="{BB962C8B-B14F-4D97-AF65-F5344CB8AC3E}">
        <p14:creationId xmlns:p14="http://schemas.microsoft.com/office/powerpoint/2010/main" val="3615440304"/>
      </p:ext>
    </p:extLst>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DDFB6133-40DE-40E1-86D3-D48BE4EF779E}"/>
              </a:ext>
            </a:extLst>
          </p:cNvPr>
          <p:cNvSpPr>
            <a:spLocks noChangeArrowheads="1"/>
          </p:cNvSpPr>
          <p:nvPr/>
        </p:nvSpPr>
        <p:spPr bwMode="auto">
          <a:xfrm>
            <a:off x="407368" y="1484784"/>
            <a:ext cx="11568112" cy="979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黑体" panose="02010609060101010101" pitchFamily="49" charset="-122"/>
              </a:defRPr>
            </a:lvl1pPr>
            <a:lvl2pPr marL="742950" indent="-285750">
              <a:defRPr>
                <a:solidFill>
                  <a:schemeClr val="tx1"/>
                </a:solidFill>
                <a:latin typeface="Verdana" panose="020B0604030504040204" pitchFamily="34" charset="0"/>
                <a:ea typeface="黑体" panose="02010609060101010101" pitchFamily="49" charset="-122"/>
              </a:defRPr>
            </a:lvl2pPr>
            <a:lvl3pPr marL="1143000" indent="-228600">
              <a:defRPr>
                <a:solidFill>
                  <a:schemeClr val="tx1"/>
                </a:solidFill>
                <a:latin typeface="Verdana" panose="020B0604030504040204" pitchFamily="34" charset="0"/>
                <a:ea typeface="黑体" panose="02010609060101010101" pitchFamily="49" charset="-122"/>
              </a:defRPr>
            </a:lvl3pPr>
            <a:lvl4pPr marL="1600200" indent="-228600">
              <a:defRPr>
                <a:solidFill>
                  <a:schemeClr val="tx1"/>
                </a:solidFill>
                <a:latin typeface="Verdana" panose="020B0604030504040204" pitchFamily="34" charset="0"/>
                <a:ea typeface="黑体" panose="02010609060101010101" pitchFamily="49" charset="-122"/>
              </a:defRPr>
            </a:lvl4pPr>
            <a:lvl5pPr marL="2057400" indent="-228600">
              <a:defRPr>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9pPr>
          </a:lstStyle>
          <a:p>
            <a:pPr>
              <a:lnSpc>
                <a:spcPct val="120000"/>
              </a:lnSpc>
              <a:spcBef>
                <a:spcPct val="50000"/>
              </a:spcBef>
            </a:pPr>
            <a:r>
              <a:rPr lang="zh-CN" altLang="en-US" sz="2400" dirty="0">
                <a:latin typeface="微软雅黑" panose="020B0503020204020204" pitchFamily="34" charset="-122"/>
                <a:ea typeface="微软雅黑" panose="020B0503020204020204" pitchFamily="34" charset="-122"/>
              </a:rPr>
              <a:t>计算机系统主要完成数据信息的收集、存储、处理和输出任务，并提供各种网络资源计算机系统根据在网络中的用途可分为服务器和工作站。</a:t>
            </a:r>
          </a:p>
        </p:txBody>
      </p:sp>
      <p:pic>
        <p:nvPicPr>
          <p:cNvPr id="3" name="Picture 15" descr="b_20090420031907641">
            <a:extLst>
              <a:ext uri="{FF2B5EF4-FFF2-40B4-BE49-F238E27FC236}">
                <a16:creationId xmlns:a16="http://schemas.microsoft.com/office/drawing/2014/main" id="{4764E8BE-0692-4C26-9E7A-FCD4494499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9755" y="4153372"/>
            <a:ext cx="3455988" cy="190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17" descr="ANd9GcRd3mYoTXnR6Qc7ru5uAHo-7Ekay43X2TdhrM-YD4PR-Pv7sLHdVYDZqZ0">
            <a:extLst>
              <a:ext uri="{FF2B5EF4-FFF2-40B4-BE49-F238E27FC236}">
                <a16:creationId xmlns:a16="http://schemas.microsoft.com/office/drawing/2014/main" id="{CF6C102D-99A0-4A4E-A90B-9FC48BFAD3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0443" y="4020022"/>
            <a:ext cx="4745037" cy="208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1">
            <a:extLst>
              <a:ext uri="{FF2B5EF4-FFF2-40B4-BE49-F238E27FC236}">
                <a16:creationId xmlns:a16="http://schemas.microsoft.com/office/drawing/2014/main" id="{5EFAF738-ED2D-4863-A1B1-9282577818D8}"/>
              </a:ext>
            </a:extLst>
          </p:cNvPr>
          <p:cNvSpPr>
            <a:spLocks noChangeArrowheads="1"/>
          </p:cNvSpPr>
          <p:nvPr/>
        </p:nvSpPr>
        <p:spPr bwMode="auto">
          <a:xfrm>
            <a:off x="694705" y="857722"/>
            <a:ext cx="2663825"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黑体" panose="02010609060101010101" pitchFamily="49" charset="-122"/>
              </a:defRPr>
            </a:lvl1pPr>
            <a:lvl2pPr marL="742950" indent="-285750">
              <a:defRPr>
                <a:solidFill>
                  <a:schemeClr val="tx1"/>
                </a:solidFill>
                <a:latin typeface="Verdana" panose="020B0604030504040204" pitchFamily="34" charset="0"/>
                <a:ea typeface="黑体" panose="02010609060101010101" pitchFamily="49" charset="-122"/>
              </a:defRPr>
            </a:lvl2pPr>
            <a:lvl3pPr marL="1143000" indent="-228600">
              <a:defRPr>
                <a:solidFill>
                  <a:schemeClr val="tx1"/>
                </a:solidFill>
                <a:latin typeface="Verdana" panose="020B0604030504040204" pitchFamily="34" charset="0"/>
                <a:ea typeface="黑体" panose="02010609060101010101" pitchFamily="49" charset="-122"/>
              </a:defRPr>
            </a:lvl3pPr>
            <a:lvl4pPr marL="1600200" indent="-228600">
              <a:defRPr>
                <a:solidFill>
                  <a:schemeClr val="tx1"/>
                </a:solidFill>
                <a:latin typeface="Verdana" panose="020B0604030504040204" pitchFamily="34" charset="0"/>
                <a:ea typeface="黑体" panose="02010609060101010101" pitchFamily="49" charset="-122"/>
              </a:defRPr>
            </a:lvl4pPr>
            <a:lvl5pPr marL="2057400" indent="-228600">
              <a:defRPr>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9pPr>
          </a:lstStyle>
          <a:p>
            <a:pPr>
              <a:lnSpc>
                <a:spcPct val="120000"/>
              </a:lnSpc>
              <a:spcBef>
                <a:spcPct val="50000"/>
              </a:spcBef>
            </a:pPr>
            <a:r>
              <a:rPr lang="zh-CN" altLang="en-US" sz="2400">
                <a:solidFill>
                  <a:srgbClr val="0070C0"/>
                </a:solidFill>
                <a:latin typeface="微软雅黑" panose="020B0503020204020204" pitchFamily="34" charset="-122"/>
                <a:ea typeface="微软雅黑" panose="020B0503020204020204" pitchFamily="34" charset="-122"/>
              </a:rPr>
              <a:t>计算机系统</a:t>
            </a:r>
          </a:p>
        </p:txBody>
      </p:sp>
      <p:sp>
        <p:nvSpPr>
          <p:cNvPr id="6" name="矩形 2">
            <a:extLst>
              <a:ext uri="{FF2B5EF4-FFF2-40B4-BE49-F238E27FC236}">
                <a16:creationId xmlns:a16="http://schemas.microsoft.com/office/drawing/2014/main" id="{7F59B970-E569-40C8-9DAF-E37BE3212960}"/>
              </a:ext>
            </a:extLst>
          </p:cNvPr>
          <p:cNvSpPr>
            <a:spLocks noChangeArrowheads="1"/>
          </p:cNvSpPr>
          <p:nvPr/>
        </p:nvSpPr>
        <p:spPr bwMode="auto">
          <a:xfrm>
            <a:off x="372443" y="2591272"/>
            <a:ext cx="11603037" cy="160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黑体" panose="02010609060101010101" pitchFamily="49" charset="-122"/>
              </a:defRPr>
            </a:lvl1pPr>
            <a:lvl2pPr marL="742950" indent="-285750">
              <a:defRPr>
                <a:solidFill>
                  <a:schemeClr val="tx1"/>
                </a:solidFill>
                <a:latin typeface="Verdana" panose="020B0604030504040204" pitchFamily="34" charset="0"/>
                <a:ea typeface="黑体" panose="02010609060101010101" pitchFamily="49" charset="-122"/>
              </a:defRPr>
            </a:lvl2pPr>
            <a:lvl3pPr marL="1143000" indent="-228600">
              <a:defRPr>
                <a:solidFill>
                  <a:schemeClr val="tx1"/>
                </a:solidFill>
                <a:latin typeface="Verdana" panose="020B0604030504040204" pitchFamily="34" charset="0"/>
                <a:ea typeface="黑体" panose="02010609060101010101" pitchFamily="49" charset="-122"/>
              </a:defRPr>
            </a:lvl3pPr>
            <a:lvl4pPr marL="1600200" indent="-228600">
              <a:defRPr>
                <a:solidFill>
                  <a:schemeClr val="tx1"/>
                </a:solidFill>
                <a:latin typeface="Verdana" panose="020B0604030504040204" pitchFamily="34" charset="0"/>
                <a:ea typeface="黑体" panose="02010609060101010101" pitchFamily="49" charset="-122"/>
              </a:defRPr>
            </a:lvl4pPr>
            <a:lvl5pPr marL="2057400" indent="-228600">
              <a:defRPr>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9pPr>
          </a:lstStyle>
          <a:p>
            <a:pPr algn="just">
              <a:lnSpc>
                <a:spcPct val="120000"/>
              </a:lnSpc>
              <a:spcBef>
                <a:spcPct val="50000"/>
              </a:spcBef>
            </a:pP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a:t>
            </a:r>
            <a:r>
              <a:rPr lang="zh-CN" altLang="en-US" sz="2400" dirty="0">
                <a:solidFill>
                  <a:srgbClr val="0070C0"/>
                </a:solidFill>
                <a:latin typeface="微软雅黑" panose="020B0503020204020204" pitchFamily="34" charset="-122"/>
                <a:ea typeface="微软雅黑" panose="020B0503020204020204" pitchFamily="34" charset="-122"/>
              </a:rPr>
              <a:t>服务器</a:t>
            </a:r>
            <a:r>
              <a:rPr lang="en-US" altLang="zh-CN" sz="2400" dirty="0">
                <a:solidFill>
                  <a:srgbClr val="0070C0"/>
                </a:solidFill>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负责数据处理和网络控制，并构成网络的主要资源。</a:t>
            </a:r>
          </a:p>
          <a:p>
            <a:pPr algn="just">
              <a:lnSpc>
                <a:spcPct val="120000"/>
              </a:lnSpc>
              <a:spcBef>
                <a:spcPct val="50000"/>
              </a:spcBef>
            </a:pP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a:t>
            </a:r>
            <a:r>
              <a:rPr lang="zh-CN" altLang="en-US" sz="2400" dirty="0">
                <a:solidFill>
                  <a:srgbClr val="0070C0"/>
                </a:solidFill>
                <a:latin typeface="微软雅黑" panose="020B0503020204020204" pitchFamily="34" charset="-122"/>
                <a:ea typeface="微软雅黑" panose="020B0503020204020204" pitchFamily="34" charset="-122"/>
              </a:rPr>
              <a:t>工作站</a:t>
            </a: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又称“客户机”，是连接到服务器的计算机，相当于网络上的一个普通用户，它可以使用网络上的共享资源。</a:t>
            </a:r>
          </a:p>
        </p:txBody>
      </p:sp>
    </p:spTree>
    <p:extLst>
      <p:ext uri="{BB962C8B-B14F-4D97-AF65-F5344CB8AC3E}">
        <p14:creationId xmlns:p14="http://schemas.microsoft.com/office/powerpoint/2010/main" val="3790912011"/>
      </p:ext>
    </p:extLst>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A71D8B16-CC3C-45B7-9FBD-74ADEEF44F30}"/>
              </a:ext>
            </a:extLst>
          </p:cNvPr>
          <p:cNvSpPr>
            <a:spLocks noChangeArrowheads="1"/>
          </p:cNvSpPr>
          <p:nvPr/>
        </p:nvSpPr>
        <p:spPr bwMode="auto">
          <a:xfrm>
            <a:off x="750888" y="1771650"/>
            <a:ext cx="11033125"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黑体" panose="02010609060101010101" pitchFamily="49" charset="-122"/>
              </a:defRPr>
            </a:lvl1pPr>
            <a:lvl2pPr marL="742950" indent="-285750">
              <a:defRPr>
                <a:solidFill>
                  <a:schemeClr val="tx1"/>
                </a:solidFill>
                <a:latin typeface="Verdana" panose="020B0604030504040204" pitchFamily="34" charset="0"/>
                <a:ea typeface="黑体" panose="02010609060101010101" pitchFamily="49" charset="-122"/>
              </a:defRPr>
            </a:lvl2pPr>
            <a:lvl3pPr marL="1143000" indent="-228600">
              <a:defRPr>
                <a:solidFill>
                  <a:schemeClr val="tx1"/>
                </a:solidFill>
                <a:latin typeface="Verdana" panose="020B0604030504040204" pitchFamily="34" charset="0"/>
                <a:ea typeface="黑体" panose="02010609060101010101" pitchFamily="49" charset="-122"/>
              </a:defRPr>
            </a:lvl3pPr>
            <a:lvl4pPr marL="1600200" indent="-228600">
              <a:defRPr>
                <a:solidFill>
                  <a:schemeClr val="tx1"/>
                </a:solidFill>
                <a:latin typeface="Verdana" panose="020B0604030504040204" pitchFamily="34" charset="0"/>
                <a:ea typeface="黑体" panose="02010609060101010101" pitchFamily="49" charset="-122"/>
              </a:defRPr>
            </a:lvl4pPr>
            <a:lvl5pPr marL="2057400" indent="-228600">
              <a:defRPr>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9pPr>
          </a:lstStyle>
          <a:p>
            <a:pPr>
              <a:lnSpc>
                <a:spcPct val="120000"/>
              </a:lnSpc>
              <a:spcBef>
                <a:spcPct val="50000"/>
              </a:spcBef>
            </a:pPr>
            <a:r>
              <a:rPr lang="zh-CN" altLang="en-US" sz="2400">
                <a:latin typeface="微软雅黑" panose="020B0503020204020204" pitchFamily="34" charset="-122"/>
                <a:ea typeface="微软雅黑" panose="020B0503020204020204" pitchFamily="34" charset="-122"/>
              </a:rPr>
              <a:t>数据通信系统主要由网络适配器、传输介质和网络互联设备等组成。     </a:t>
            </a:r>
          </a:p>
        </p:txBody>
      </p:sp>
      <p:grpSp>
        <p:nvGrpSpPr>
          <p:cNvPr id="3" name="Group 21">
            <a:extLst>
              <a:ext uri="{FF2B5EF4-FFF2-40B4-BE49-F238E27FC236}">
                <a16:creationId xmlns:a16="http://schemas.microsoft.com/office/drawing/2014/main" id="{75E152C3-951C-4891-8BDF-CB028E91B09E}"/>
              </a:ext>
            </a:extLst>
          </p:cNvPr>
          <p:cNvGrpSpPr>
            <a:grpSpLocks/>
          </p:cNvGrpSpPr>
          <p:nvPr/>
        </p:nvGrpSpPr>
        <p:grpSpPr bwMode="auto">
          <a:xfrm>
            <a:off x="939006" y="4255522"/>
            <a:ext cx="10313987" cy="2339975"/>
            <a:chOff x="0" y="3339"/>
            <a:chExt cx="5514" cy="816"/>
          </a:xfrm>
        </p:grpSpPr>
        <p:pic>
          <p:nvPicPr>
            <p:cNvPr id="4" name="Picture 8" descr="ANd9GcRHkAMx2NKuReaKsP5QAbl38yRDkNk1dmlOkQ7tgwEL38U8jxJe">
              <a:extLst>
                <a:ext uri="{FF2B5EF4-FFF2-40B4-BE49-F238E27FC236}">
                  <a16:creationId xmlns:a16="http://schemas.microsoft.com/office/drawing/2014/main" id="{8FB7D495-6C6A-4232-A4A2-E393026ACF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385"/>
              <a:ext cx="1089" cy="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0" descr="ANd9GcTTsVkBLaRb3MadR3hlfV2dTrJpo88rr6ylAKYiFkKctjZqY84ljiPBGUgH">
              <a:extLst>
                <a:ext uri="{FF2B5EF4-FFF2-40B4-BE49-F238E27FC236}">
                  <a16:creationId xmlns:a16="http://schemas.microsoft.com/office/drawing/2014/main" id="{4B053B98-3D68-4CB6-82E3-ABBBF06CFB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 y="3339"/>
              <a:ext cx="816" cy="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2" descr="ANd9GcRTXm_A8pngFQchD9MQ5aTMLjZBT4Iy7AD1QCVhnvxDGc1BnYidjA">
              <a:extLst>
                <a:ext uri="{FF2B5EF4-FFF2-40B4-BE49-F238E27FC236}">
                  <a16:creationId xmlns:a16="http://schemas.microsoft.com/office/drawing/2014/main" id="{3097BF02-8B8D-4B14-9CF1-63A67885FB6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3" y="3430"/>
              <a:ext cx="806" cy="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6" descr="ANd9GcQiuRTYRRdg99AwVWx245cwZ7uQNGikmf2xCNLbMdrv2cKXBk6XSQ">
              <a:extLst>
                <a:ext uri="{FF2B5EF4-FFF2-40B4-BE49-F238E27FC236}">
                  <a16:creationId xmlns:a16="http://schemas.microsoft.com/office/drawing/2014/main" id="{84DB6E43-EB3E-4B32-9484-1A2A78E6B0D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5271546">
              <a:off x="3012" y="3252"/>
              <a:ext cx="733" cy="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8" descr="ANd9GcTfVm04plKJXfngtoT397JuoRJWrdBtFsiNaBxfRaWC03lqs878xw">
              <a:extLst>
                <a:ext uri="{FF2B5EF4-FFF2-40B4-BE49-F238E27FC236}">
                  <a16:creationId xmlns:a16="http://schemas.microsoft.com/office/drawing/2014/main" id="{875D1DA5-778D-4BB4-AD83-35F27ECF9A6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14" y="3385"/>
              <a:ext cx="648" cy="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20" descr="ANd9GcTiB5A58EJf-4tn4tf5BqWprqSzhL20tlTJ5X5k_S290PrEKEJ0">
              <a:extLst>
                <a:ext uri="{FF2B5EF4-FFF2-40B4-BE49-F238E27FC236}">
                  <a16:creationId xmlns:a16="http://schemas.microsoft.com/office/drawing/2014/main" id="{D009A5B7-FA4E-458B-8A61-5DACE64E026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85" y="3339"/>
              <a:ext cx="729" cy="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 name="矩形 1">
            <a:extLst>
              <a:ext uri="{FF2B5EF4-FFF2-40B4-BE49-F238E27FC236}">
                <a16:creationId xmlns:a16="http://schemas.microsoft.com/office/drawing/2014/main" id="{3792B088-8B91-4626-83B8-01C5EE8661A3}"/>
              </a:ext>
            </a:extLst>
          </p:cNvPr>
          <p:cNvSpPr>
            <a:spLocks noChangeArrowheads="1"/>
          </p:cNvSpPr>
          <p:nvPr/>
        </p:nvSpPr>
        <p:spPr bwMode="auto">
          <a:xfrm>
            <a:off x="739775" y="1052513"/>
            <a:ext cx="2979738"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黑体" panose="02010609060101010101" pitchFamily="49" charset="-122"/>
              </a:defRPr>
            </a:lvl1pPr>
            <a:lvl2pPr marL="742950" indent="-285750">
              <a:defRPr>
                <a:solidFill>
                  <a:schemeClr val="tx1"/>
                </a:solidFill>
                <a:latin typeface="Verdana" panose="020B0604030504040204" pitchFamily="34" charset="0"/>
                <a:ea typeface="黑体" panose="02010609060101010101" pitchFamily="49" charset="-122"/>
              </a:defRPr>
            </a:lvl2pPr>
            <a:lvl3pPr marL="1143000" indent="-228600">
              <a:defRPr>
                <a:solidFill>
                  <a:schemeClr val="tx1"/>
                </a:solidFill>
                <a:latin typeface="Verdana" panose="020B0604030504040204" pitchFamily="34" charset="0"/>
                <a:ea typeface="黑体" panose="02010609060101010101" pitchFamily="49" charset="-122"/>
              </a:defRPr>
            </a:lvl3pPr>
            <a:lvl4pPr marL="1600200" indent="-228600">
              <a:defRPr>
                <a:solidFill>
                  <a:schemeClr val="tx1"/>
                </a:solidFill>
                <a:latin typeface="Verdana" panose="020B0604030504040204" pitchFamily="34" charset="0"/>
                <a:ea typeface="黑体" panose="02010609060101010101" pitchFamily="49" charset="-122"/>
              </a:defRPr>
            </a:lvl4pPr>
            <a:lvl5pPr marL="2057400" indent="-228600">
              <a:defRPr>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9pPr>
          </a:lstStyle>
          <a:p>
            <a:pPr>
              <a:lnSpc>
                <a:spcPct val="120000"/>
              </a:lnSpc>
              <a:spcBef>
                <a:spcPct val="50000"/>
              </a:spcBef>
            </a:pPr>
            <a:r>
              <a:rPr lang="zh-CN" altLang="en-US" sz="2400">
                <a:solidFill>
                  <a:srgbClr val="0070C0"/>
                </a:solidFill>
                <a:latin typeface="微软雅黑" panose="020B0503020204020204" pitchFamily="34" charset="-122"/>
                <a:ea typeface="微软雅黑" panose="020B0503020204020204" pitchFamily="34" charset="-122"/>
              </a:rPr>
              <a:t>数据通信系统</a:t>
            </a:r>
          </a:p>
        </p:txBody>
      </p:sp>
      <p:sp>
        <p:nvSpPr>
          <p:cNvPr id="11" name="矩形 2">
            <a:extLst>
              <a:ext uri="{FF2B5EF4-FFF2-40B4-BE49-F238E27FC236}">
                <a16:creationId xmlns:a16="http://schemas.microsoft.com/office/drawing/2014/main" id="{B3BC04C7-1983-4E1C-821B-957083BB5E87}"/>
              </a:ext>
            </a:extLst>
          </p:cNvPr>
          <p:cNvSpPr>
            <a:spLocks noChangeArrowheads="1"/>
          </p:cNvSpPr>
          <p:nvPr/>
        </p:nvSpPr>
        <p:spPr bwMode="auto">
          <a:xfrm>
            <a:off x="739775" y="2373313"/>
            <a:ext cx="5716588" cy="1538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黑体" panose="02010609060101010101" pitchFamily="49" charset="-122"/>
              </a:defRPr>
            </a:lvl1pPr>
            <a:lvl2pPr marL="742950" indent="-285750">
              <a:defRPr>
                <a:solidFill>
                  <a:schemeClr val="tx1"/>
                </a:solidFill>
                <a:latin typeface="Verdana" panose="020B0604030504040204" pitchFamily="34" charset="0"/>
                <a:ea typeface="黑体" panose="02010609060101010101" pitchFamily="49" charset="-122"/>
              </a:defRPr>
            </a:lvl2pPr>
            <a:lvl3pPr marL="1143000" indent="-228600">
              <a:defRPr>
                <a:solidFill>
                  <a:schemeClr val="tx1"/>
                </a:solidFill>
                <a:latin typeface="Verdana" panose="020B0604030504040204" pitchFamily="34" charset="0"/>
                <a:ea typeface="黑体" panose="02010609060101010101" pitchFamily="49" charset="-122"/>
              </a:defRPr>
            </a:lvl3pPr>
            <a:lvl4pPr marL="1600200" indent="-228600">
              <a:defRPr>
                <a:solidFill>
                  <a:schemeClr val="tx1"/>
                </a:solidFill>
                <a:latin typeface="Verdana" panose="020B0604030504040204" pitchFamily="34" charset="0"/>
                <a:ea typeface="黑体" panose="02010609060101010101" pitchFamily="49" charset="-122"/>
              </a:defRPr>
            </a:lvl4pPr>
            <a:lvl5pPr marL="2057400" indent="-228600">
              <a:defRPr>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9pPr>
          </a:lstStyle>
          <a:p>
            <a:pPr>
              <a:lnSpc>
                <a:spcPct val="120000"/>
              </a:lnSpc>
              <a:spcBef>
                <a:spcPts val="600"/>
              </a:spcBef>
            </a:pP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）网络适配器（又称网卡）</a:t>
            </a:r>
          </a:p>
          <a:p>
            <a:pPr>
              <a:lnSpc>
                <a:spcPct val="120000"/>
              </a:lnSpc>
              <a:spcBef>
                <a:spcPts val="600"/>
              </a:spcBef>
            </a:pP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）传输介质 </a:t>
            </a:r>
          </a:p>
          <a:p>
            <a:pPr>
              <a:lnSpc>
                <a:spcPct val="120000"/>
              </a:lnSpc>
              <a:spcBef>
                <a:spcPts val="600"/>
              </a:spcBef>
            </a:pP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3</a:t>
            </a:r>
            <a:r>
              <a:rPr lang="zh-CN" altLang="en-US" sz="2400" dirty="0">
                <a:latin typeface="微软雅黑" panose="020B0503020204020204" pitchFamily="34" charset="-122"/>
                <a:ea typeface="微软雅黑" panose="020B0503020204020204" pitchFamily="34" charset="-122"/>
              </a:rPr>
              <a:t>）网络互联设备 </a:t>
            </a:r>
          </a:p>
        </p:txBody>
      </p:sp>
      <p:pic>
        <p:nvPicPr>
          <p:cNvPr id="5122" name="Picture 2">
            <a:extLst>
              <a:ext uri="{FF2B5EF4-FFF2-40B4-BE49-F238E27FC236}">
                <a16:creationId xmlns:a16="http://schemas.microsoft.com/office/drawing/2014/main" id="{71A1406A-A9CB-470A-BA57-391FFEE401B9}"/>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9840416" y="2488880"/>
            <a:ext cx="1538286" cy="15382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7180788"/>
      </p:ext>
    </p:extLst>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F3698154-5453-4284-A847-F4D10FD475C0}"/>
              </a:ext>
            </a:extLst>
          </p:cNvPr>
          <p:cNvSpPr>
            <a:spLocks noChangeArrowheads="1"/>
          </p:cNvSpPr>
          <p:nvPr/>
        </p:nvSpPr>
        <p:spPr bwMode="auto">
          <a:xfrm>
            <a:off x="832049" y="1431752"/>
            <a:ext cx="8855075"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黑体" panose="02010609060101010101" pitchFamily="49" charset="-122"/>
              </a:defRPr>
            </a:lvl1pPr>
            <a:lvl2pPr marL="742950" indent="-285750">
              <a:defRPr>
                <a:solidFill>
                  <a:schemeClr val="tx1"/>
                </a:solidFill>
                <a:latin typeface="Verdana" panose="020B0604030504040204" pitchFamily="34" charset="0"/>
                <a:ea typeface="黑体" panose="02010609060101010101" pitchFamily="49" charset="-122"/>
              </a:defRPr>
            </a:lvl2pPr>
            <a:lvl3pPr marL="1143000" indent="-228600">
              <a:defRPr>
                <a:solidFill>
                  <a:schemeClr val="tx1"/>
                </a:solidFill>
                <a:latin typeface="Verdana" panose="020B0604030504040204" pitchFamily="34" charset="0"/>
                <a:ea typeface="黑体" panose="02010609060101010101" pitchFamily="49" charset="-122"/>
              </a:defRPr>
            </a:lvl3pPr>
            <a:lvl4pPr marL="1600200" indent="-228600">
              <a:defRPr>
                <a:solidFill>
                  <a:schemeClr val="tx1"/>
                </a:solidFill>
                <a:latin typeface="Verdana" panose="020B0604030504040204" pitchFamily="34" charset="0"/>
                <a:ea typeface="黑体" panose="02010609060101010101" pitchFamily="49" charset="-122"/>
              </a:defRPr>
            </a:lvl4pPr>
            <a:lvl5pPr marL="2057400" indent="-228600">
              <a:defRPr>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9pPr>
          </a:lstStyle>
          <a:p>
            <a:pPr>
              <a:lnSpc>
                <a:spcPct val="120000"/>
              </a:lnSpc>
              <a:spcBef>
                <a:spcPct val="50000"/>
              </a:spcBef>
            </a:pPr>
            <a:r>
              <a:rPr lang="zh-CN" altLang="en-US" sz="2400">
                <a:latin typeface="微软雅黑" panose="020B0503020204020204" pitchFamily="34" charset="-122"/>
                <a:ea typeface="微软雅黑" panose="020B0503020204020204" pitchFamily="34" charset="-122"/>
              </a:rPr>
              <a:t>网络软件是实现网络功能所不可缺少的软环境。包括：</a:t>
            </a:r>
          </a:p>
        </p:txBody>
      </p:sp>
      <p:pic>
        <p:nvPicPr>
          <p:cNvPr id="3" name="Picture 4" descr="ANd9GcR9L6G3RZwk7ipAemH7cL9EjsxZjvb4RTyus3eOAXa1-W-XBdOQUw">
            <a:extLst>
              <a:ext uri="{FF2B5EF4-FFF2-40B4-BE49-F238E27FC236}">
                <a16:creationId xmlns:a16="http://schemas.microsoft.com/office/drawing/2014/main" id="{53F6A561-4C3F-451A-BEA2-CFDA29FA49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43786" y="2347739"/>
            <a:ext cx="4897438" cy="3700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1">
            <a:extLst>
              <a:ext uri="{FF2B5EF4-FFF2-40B4-BE49-F238E27FC236}">
                <a16:creationId xmlns:a16="http://schemas.microsoft.com/office/drawing/2014/main" id="{3D5567A9-ECC2-4E7A-8A25-25F37F155D5A}"/>
              </a:ext>
            </a:extLst>
          </p:cNvPr>
          <p:cNvSpPr>
            <a:spLocks noChangeArrowheads="1"/>
          </p:cNvSpPr>
          <p:nvPr/>
        </p:nvSpPr>
        <p:spPr bwMode="auto">
          <a:xfrm>
            <a:off x="805061" y="765002"/>
            <a:ext cx="2590800"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黑体" panose="02010609060101010101" pitchFamily="49" charset="-122"/>
              </a:defRPr>
            </a:lvl1pPr>
            <a:lvl2pPr marL="742950" indent="-285750">
              <a:defRPr>
                <a:solidFill>
                  <a:schemeClr val="tx1"/>
                </a:solidFill>
                <a:latin typeface="Verdana" panose="020B0604030504040204" pitchFamily="34" charset="0"/>
                <a:ea typeface="黑体" panose="02010609060101010101" pitchFamily="49" charset="-122"/>
              </a:defRPr>
            </a:lvl2pPr>
            <a:lvl3pPr marL="1143000" indent="-228600">
              <a:defRPr>
                <a:solidFill>
                  <a:schemeClr val="tx1"/>
                </a:solidFill>
                <a:latin typeface="Verdana" panose="020B0604030504040204" pitchFamily="34" charset="0"/>
                <a:ea typeface="黑体" panose="02010609060101010101" pitchFamily="49" charset="-122"/>
              </a:defRPr>
            </a:lvl3pPr>
            <a:lvl4pPr marL="1600200" indent="-228600">
              <a:defRPr>
                <a:solidFill>
                  <a:schemeClr val="tx1"/>
                </a:solidFill>
                <a:latin typeface="Verdana" panose="020B0604030504040204" pitchFamily="34" charset="0"/>
                <a:ea typeface="黑体" panose="02010609060101010101" pitchFamily="49" charset="-122"/>
              </a:defRPr>
            </a:lvl4pPr>
            <a:lvl5pPr marL="2057400" indent="-228600">
              <a:defRPr>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9pPr>
          </a:lstStyle>
          <a:p>
            <a:pPr>
              <a:lnSpc>
                <a:spcPct val="120000"/>
              </a:lnSpc>
              <a:spcBef>
                <a:spcPct val="50000"/>
              </a:spcBef>
            </a:pPr>
            <a:r>
              <a:rPr lang="zh-CN" altLang="en-US" sz="2400" dirty="0">
                <a:solidFill>
                  <a:srgbClr val="0070C0"/>
                </a:solidFill>
                <a:latin typeface="微软雅黑" panose="020B0503020204020204" pitchFamily="34" charset="-122"/>
                <a:ea typeface="微软雅黑" panose="020B0503020204020204" pitchFamily="34" charset="-122"/>
              </a:rPr>
              <a:t>网络软件</a:t>
            </a:r>
          </a:p>
        </p:txBody>
      </p:sp>
      <p:sp>
        <p:nvSpPr>
          <p:cNvPr id="5" name="矩形 2">
            <a:extLst>
              <a:ext uri="{FF2B5EF4-FFF2-40B4-BE49-F238E27FC236}">
                <a16:creationId xmlns:a16="http://schemas.microsoft.com/office/drawing/2014/main" id="{2241808A-7DD8-423E-B52A-CA73924C6F4B}"/>
              </a:ext>
            </a:extLst>
          </p:cNvPr>
          <p:cNvSpPr>
            <a:spLocks noChangeArrowheads="1"/>
          </p:cNvSpPr>
          <p:nvPr/>
        </p:nvSpPr>
        <p:spPr bwMode="auto">
          <a:xfrm>
            <a:off x="911424" y="2204864"/>
            <a:ext cx="5365750" cy="156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Verdana" panose="020B0604030504040204" pitchFamily="34" charset="0"/>
                <a:ea typeface="黑体" panose="02010609060101010101" pitchFamily="49" charset="-122"/>
              </a:defRPr>
            </a:lvl1pPr>
            <a:lvl2pPr marL="742950" indent="-285750">
              <a:defRPr>
                <a:solidFill>
                  <a:schemeClr val="tx1"/>
                </a:solidFill>
                <a:latin typeface="Verdana" panose="020B0604030504040204" pitchFamily="34" charset="0"/>
                <a:ea typeface="黑体" panose="02010609060101010101" pitchFamily="49" charset="-122"/>
              </a:defRPr>
            </a:lvl2pPr>
            <a:lvl3pPr marL="355600" indent="-355600">
              <a:defRPr>
                <a:solidFill>
                  <a:schemeClr val="tx1"/>
                </a:solidFill>
                <a:latin typeface="Verdana" panose="020B0604030504040204" pitchFamily="34" charset="0"/>
                <a:ea typeface="黑体" panose="02010609060101010101" pitchFamily="49" charset="-122"/>
              </a:defRPr>
            </a:lvl3pPr>
            <a:lvl4pPr marL="1600200" indent="-228600">
              <a:defRPr>
                <a:solidFill>
                  <a:schemeClr val="tx1"/>
                </a:solidFill>
                <a:latin typeface="Verdana" panose="020B0604030504040204" pitchFamily="34" charset="0"/>
                <a:ea typeface="黑体" panose="02010609060101010101" pitchFamily="49" charset="-122"/>
              </a:defRPr>
            </a:lvl4pPr>
            <a:lvl5pPr marL="2057400" indent="-228600">
              <a:defRPr>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9pPr>
          </a:lstStyle>
          <a:p>
            <a:pPr lvl="2">
              <a:buFont typeface="Wingdings" panose="05000000000000000000" pitchFamily="2" charset="2"/>
              <a:buChar char="l"/>
            </a:pPr>
            <a:r>
              <a:rPr lang="zh-CN" altLang="en-US" sz="2400"/>
              <a:t>网络协议和协议软件；</a:t>
            </a:r>
          </a:p>
          <a:p>
            <a:pPr lvl="2">
              <a:buFont typeface="Wingdings" panose="05000000000000000000" pitchFamily="2" charset="2"/>
              <a:buChar char="l"/>
            </a:pPr>
            <a:r>
              <a:rPr lang="zh-CN" altLang="en-US" sz="2400"/>
              <a:t>网络通信软件；</a:t>
            </a:r>
          </a:p>
          <a:p>
            <a:pPr lvl="2">
              <a:buFont typeface="Wingdings" panose="05000000000000000000" pitchFamily="2" charset="2"/>
              <a:buChar char="l"/>
            </a:pPr>
            <a:r>
              <a:rPr lang="zh-CN" altLang="en-US" sz="2400"/>
              <a:t>网络操作系统；</a:t>
            </a:r>
          </a:p>
          <a:p>
            <a:pPr lvl="2">
              <a:buFont typeface="Wingdings" panose="05000000000000000000" pitchFamily="2" charset="2"/>
              <a:buChar char="l"/>
            </a:pPr>
            <a:r>
              <a:rPr lang="zh-CN" altLang="en-US" sz="2400"/>
              <a:t>网络管理及网络应用软件。</a:t>
            </a:r>
          </a:p>
        </p:txBody>
      </p:sp>
    </p:spTree>
    <p:extLst>
      <p:ext uri="{BB962C8B-B14F-4D97-AF65-F5344CB8AC3E}">
        <p14:creationId xmlns:p14="http://schemas.microsoft.com/office/powerpoint/2010/main" val="3196292058"/>
      </p:ext>
    </p:extLst>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22">
            <a:extLst>
              <a:ext uri="{FF2B5EF4-FFF2-40B4-BE49-F238E27FC236}">
                <a16:creationId xmlns:a16="http://schemas.microsoft.com/office/drawing/2014/main" id="{66D1605F-FAAC-4BC0-B4EE-CDCCCA660B5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306427" y="2110526"/>
            <a:ext cx="5994155" cy="379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8684C759-2806-47A5-8AFB-C91B69A1085E}"/>
              </a:ext>
            </a:extLst>
          </p:cNvPr>
          <p:cNvSpPr txBox="1">
            <a:spLocks noChangeArrowheads="1"/>
          </p:cNvSpPr>
          <p:nvPr/>
        </p:nvSpPr>
        <p:spPr>
          <a:xfrm>
            <a:off x="191344" y="188640"/>
            <a:ext cx="2592387" cy="609600"/>
          </a:xfrm>
          <a:prstGeom prst="rect">
            <a:avLst/>
          </a:prstGeom>
        </p:spPr>
        <p:txBody>
          <a:bodyP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20000"/>
              </a:lnSpc>
              <a:spcBef>
                <a:spcPct val="50000"/>
              </a:spcBef>
              <a:spcAft>
                <a:spcPts val="0"/>
              </a:spcAft>
              <a:defRPr/>
            </a:pPr>
            <a:r>
              <a:rPr lang="zh-CN" altLang="en-US" sz="2800" dirty="0">
                <a:latin typeface="微软雅黑" panose="020B0503020204020204" pitchFamily="34" charset="-122"/>
                <a:ea typeface="微软雅黑" panose="020B0503020204020204" pitchFamily="34" charset="-122"/>
                <a:cs typeface="+mn-cs"/>
              </a:rPr>
              <a:t>局域网的组成</a:t>
            </a:r>
          </a:p>
        </p:txBody>
      </p:sp>
      <p:grpSp>
        <p:nvGrpSpPr>
          <p:cNvPr id="4" name="组合 3">
            <a:extLst>
              <a:ext uri="{FF2B5EF4-FFF2-40B4-BE49-F238E27FC236}">
                <a16:creationId xmlns:a16="http://schemas.microsoft.com/office/drawing/2014/main" id="{14C12E08-B0EA-4319-A619-5491C6A04720}"/>
              </a:ext>
            </a:extLst>
          </p:cNvPr>
          <p:cNvGrpSpPr/>
          <p:nvPr/>
        </p:nvGrpSpPr>
        <p:grpSpPr>
          <a:xfrm>
            <a:off x="8175934" y="4669798"/>
            <a:ext cx="3248658" cy="1068366"/>
            <a:chOff x="7712955" y="4412691"/>
            <a:chExt cx="3248658" cy="1068366"/>
          </a:xfrm>
        </p:grpSpPr>
        <p:sp>
          <p:nvSpPr>
            <p:cNvPr id="5" name="矩形 4">
              <a:extLst>
                <a:ext uri="{FF2B5EF4-FFF2-40B4-BE49-F238E27FC236}">
                  <a16:creationId xmlns:a16="http://schemas.microsoft.com/office/drawing/2014/main" id="{0051ABDF-7712-4DC8-BFC5-84757E81830A}"/>
                </a:ext>
              </a:extLst>
            </p:cNvPr>
            <p:cNvSpPr>
              <a:spLocks noChangeArrowheads="1"/>
            </p:cNvSpPr>
            <p:nvPr/>
          </p:nvSpPr>
          <p:spPr bwMode="auto">
            <a:xfrm>
              <a:off x="8442474" y="5050683"/>
              <a:ext cx="2519139" cy="430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Verdana" panose="020B0604030504040204" pitchFamily="34" charset="0"/>
                  <a:ea typeface="黑体" panose="02010609060101010101" pitchFamily="49" charset="-122"/>
                </a:defRPr>
              </a:lvl1pPr>
              <a:lvl2pPr marL="742950" indent="-285750">
                <a:defRPr>
                  <a:solidFill>
                    <a:schemeClr val="tx1"/>
                  </a:solidFill>
                  <a:latin typeface="Verdana" panose="020B0604030504040204" pitchFamily="34" charset="0"/>
                  <a:ea typeface="黑体" panose="02010609060101010101" pitchFamily="49" charset="-122"/>
                </a:defRPr>
              </a:lvl2pPr>
              <a:lvl3pPr marL="1143000" indent="-228600">
                <a:defRPr>
                  <a:solidFill>
                    <a:schemeClr val="tx1"/>
                  </a:solidFill>
                  <a:latin typeface="Verdana" panose="020B0604030504040204" pitchFamily="34" charset="0"/>
                  <a:ea typeface="黑体" panose="02010609060101010101" pitchFamily="49" charset="-122"/>
                </a:defRPr>
              </a:lvl3pPr>
              <a:lvl4pPr marL="1600200" indent="-228600">
                <a:defRPr>
                  <a:solidFill>
                    <a:schemeClr val="tx1"/>
                  </a:solidFill>
                  <a:latin typeface="Verdana" panose="020B0604030504040204" pitchFamily="34" charset="0"/>
                  <a:ea typeface="黑体" panose="02010609060101010101" pitchFamily="49" charset="-122"/>
                </a:defRPr>
              </a:lvl4pPr>
              <a:lvl5pPr marL="2057400" indent="-228600">
                <a:defRPr>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9pPr>
            </a:lstStyle>
            <a:p>
              <a:pPr>
                <a:lnSpc>
                  <a:spcPct val="120000"/>
                </a:lnSpc>
                <a:spcBef>
                  <a:spcPct val="50000"/>
                </a:spcBef>
              </a:pPr>
              <a:r>
                <a:rPr lang="zh-CN" altLang="en-US" sz="2000" dirty="0">
                  <a:latin typeface="微软雅黑" panose="020B0503020204020204" pitchFamily="34" charset="-122"/>
                  <a:ea typeface="微软雅黑" panose="020B0503020204020204" pitchFamily="34" charset="-122"/>
                </a:rPr>
                <a:t>网络适配器</a:t>
              </a:r>
            </a:p>
          </p:txBody>
        </p:sp>
        <p:graphicFrame>
          <p:nvGraphicFramePr>
            <p:cNvPr id="6" name="Object 7">
              <a:extLst>
                <a:ext uri="{FF2B5EF4-FFF2-40B4-BE49-F238E27FC236}">
                  <a16:creationId xmlns:a16="http://schemas.microsoft.com/office/drawing/2014/main" id="{E15556A8-E5D1-47F3-A347-EA787A32B700}"/>
                </a:ext>
              </a:extLst>
            </p:cNvPr>
            <p:cNvGraphicFramePr>
              <a:graphicFrameLocks noChangeAspect="1"/>
            </p:cNvGraphicFramePr>
            <p:nvPr>
              <p:extLst>
                <p:ext uri="{D42A27DB-BD31-4B8C-83A1-F6EECF244321}">
                  <p14:modId xmlns:p14="http://schemas.microsoft.com/office/powerpoint/2010/main" val="3679819943"/>
                </p:ext>
              </p:extLst>
            </p:nvPr>
          </p:nvGraphicFramePr>
          <p:xfrm>
            <a:off x="7712955" y="4412691"/>
            <a:ext cx="1644479" cy="637992"/>
          </p:xfrm>
          <a:graphic>
            <a:graphicData uri="http://schemas.openxmlformats.org/presentationml/2006/ole">
              <mc:AlternateContent xmlns:mc="http://schemas.openxmlformats.org/markup-compatibility/2006">
                <mc:Choice xmlns:v="urn:schemas-microsoft-com:vml" Requires="v">
                  <p:oleObj name="位图图像" r:id="rId3" imgW="1448002" imgH="704948" progId="Paint.Picture">
                    <p:embed/>
                  </p:oleObj>
                </mc:Choice>
                <mc:Fallback>
                  <p:oleObj name="位图图像" r:id="rId3" imgW="1448002" imgH="704948" progId="Paint.Picture">
                    <p:embed/>
                    <p:pic>
                      <p:nvPicPr>
                        <p:cNvPr id="47114"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12955" y="4412691"/>
                          <a:ext cx="1644479" cy="637992"/>
                        </a:xfrm>
                        <a:prstGeom prst="rect">
                          <a:avLst/>
                        </a:prstGeom>
                        <a:noFill/>
                        <a:ln>
                          <a:noFill/>
                        </a:ln>
                        <a:effectLst/>
                      </p:spPr>
                    </p:pic>
                  </p:oleObj>
                </mc:Fallback>
              </mc:AlternateContent>
            </a:graphicData>
          </a:graphic>
        </p:graphicFrame>
      </p:grpSp>
      <p:grpSp>
        <p:nvGrpSpPr>
          <p:cNvPr id="7" name="组合 6">
            <a:extLst>
              <a:ext uri="{FF2B5EF4-FFF2-40B4-BE49-F238E27FC236}">
                <a16:creationId xmlns:a16="http://schemas.microsoft.com/office/drawing/2014/main" id="{AB208C93-0E87-43C9-AAFA-5DEB51394684}"/>
              </a:ext>
            </a:extLst>
          </p:cNvPr>
          <p:cNvGrpSpPr/>
          <p:nvPr/>
        </p:nvGrpSpPr>
        <p:grpSpPr>
          <a:xfrm>
            <a:off x="5713054" y="1340768"/>
            <a:ext cx="3335274" cy="1349473"/>
            <a:chOff x="6558849" y="1879532"/>
            <a:chExt cx="2966019" cy="1076732"/>
          </a:xfrm>
        </p:grpSpPr>
        <p:pic>
          <p:nvPicPr>
            <p:cNvPr id="8" name="Picture 9" descr="zq000626003">
              <a:extLst>
                <a:ext uri="{FF2B5EF4-FFF2-40B4-BE49-F238E27FC236}">
                  <a16:creationId xmlns:a16="http://schemas.microsoft.com/office/drawing/2014/main" id="{C520C062-2429-4286-A639-298158C17AB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58849" y="1879532"/>
              <a:ext cx="2629673" cy="637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5">
              <a:extLst>
                <a:ext uri="{FF2B5EF4-FFF2-40B4-BE49-F238E27FC236}">
                  <a16:creationId xmlns:a16="http://schemas.microsoft.com/office/drawing/2014/main" id="{E89B329D-F723-44D1-9176-D9EF3F1E823C}"/>
                </a:ext>
              </a:extLst>
            </p:cNvPr>
            <p:cNvSpPr>
              <a:spLocks noChangeArrowheads="1"/>
            </p:cNvSpPr>
            <p:nvPr/>
          </p:nvSpPr>
          <p:spPr bwMode="auto">
            <a:xfrm>
              <a:off x="6719540" y="2525890"/>
              <a:ext cx="2805328" cy="430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Verdana" panose="020B0604030504040204" pitchFamily="34" charset="0"/>
                  <a:ea typeface="黑体" panose="02010609060101010101" pitchFamily="49" charset="-122"/>
                </a:defRPr>
              </a:lvl1pPr>
              <a:lvl2pPr marL="742950" indent="-285750">
                <a:defRPr>
                  <a:solidFill>
                    <a:schemeClr val="tx1"/>
                  </a:solidFill>
                  <a:latin typeface="Verdana" panose="020B0604030504040204" pitchFamily="34" charset="0"/>
                  <a:ea typeface="黑体" panose="02010609060101010101" pitchFamily="49" charset="-122"/>
                </a:defRPr>
              </a:lvl2pPr>
              <a:lvl3pPr marL="1143000" indent="-228600">
                <a:defRPr>
                  <a:solidFill>
                    <a:schemeClr val="tx1"/>
                  </a:solidFill>
                  <a:latin typeface="Verdana" panose="020B0604030504040204" pitchFamily="34" charset="0"/>
                  <a:ea typeface="黑体" panose="02010609060101010101" pitchFamily="49" charset="-122"/>
                </a:defRPr>
              </a:lvl3pPr>
              <a:lvl4pPr marL="1600200" indent="-228600">
                <a:defRPr>
                  <a:solidFill>
                    <a:schemeClr val="tx1"/>
                  </a:solidFill>
                  <a:latin typeface="Verdana" panose="020B0604030504040204" pitchFamily="34" charset="0"/>
                  <a:ea typeface="黑体" panose="02010609060101010101" pitchFamily="49" charset="-122"/>
                </a:defRPr>
              </a:lvl4pPr>
              <a:lvl5pPr marL="2057400" indent="-228600">
                <a:defRPr>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9pPr>
            </a:lstStyle>
            <a:p>
              <a:pPr>
                <a:lnSpc>
                  <a:spcPct val="120000"/>
                </a:lnSpc>
                <a:spcBef>
                  <a:spcPct val="50000"/>
                </a:spcBef>
              </a:pPr>
              <a:r>
                <a:rPr lang="zh-CN" altLang="en-US" sz="2000" dirty="0">
                  <a:latin typeface="微软雅黑" panose="020B0503020204020204" pitchFamily="34" charset="-122"/>
                  <a:ea typeface="微软雅黑" panose="020B0503020204020204" pitchFamily="34" charset="-122"/>
                </a:rPr>
                <a:t>集线器（或交换机） </a:t>
              </a:r>
            </a:p>
          </p:txBody>
        </p:sp>
      </p:grpSp>
      <p:grpSp>
        <p:nvGrpSpPr>
          <p:cNvPr id="10" name="组合 9">
            <a:extLst>
              <a:ext uri="{FF2B5EF4-FFF2-40B4-BE49-F238E27FC236}">
                <a16:creationId xmlns:a16="http://schemas.microsoft.com/office/drawing/2014/main" id="{1AF84D2E-85D4-4810-A0F0-5C3F8A1B2303}"/>
              </a:ext>
            </a:extLst>
          </p:cNvPr>
          <p:cNvGrpSpPr/>
          <p:nvPr/>
        </p:nvGrpSpPr>
        <p:grpSpPr>
          <a:xfrm>
            <a:off x="7117210" y="5180587"/>
            <a:ext cx="2003126" cy="1068460"/>
            <a:chOff x="6397130" y="5612635"/>
            <a:chExt cx="2003126" cy="1068460"/>
          </a:xfrm>
        </p:grpSpPr>
        <p:sp>
          <p:nvSpPr>
            <p:cNvPr id="11" name="矩形 3">
              <a:extLst>
                <a:ext uri="{FF2B5EF4-FFF2-40B4-BE49-F238E27FC236}">
                  <a16:creationId xmlns:a16="http://schemas.microsoft.com/office/drawing/2014/main" id="{353C3B57-7FF2-49A3-A726-995BCF3F5519}"/>
                </a:ext>
              </a:extLst>
            </p:cNvPr>
            <p:cNvSpPr>
              <a:spLocks noChangeArrowheads="1"/>
            </p:cNvSpPr>
            <p:nvPr/>
          </p:nvSpPr>
          <p:spPr bwMode="auto">
            <a:xfrm>
              <a:off x="6397130" y="6250721"/>
              <a:ext cx="2003126" cy="430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Verdana" panose="020B0604030504040204" pitchFamily="34" charset="0"/>
                  <a:ea typeface="黑体" panose="02010609060101010101" pitchFamily="49" charset="-122"/>
                </a:defRPr>
              </a:lvl1pPr>
              <a:lvl2pPr marL="742950" indent="-285750">
                <a:defRPr>
                  <a:solidFill>
                    <a:schemeClr val="tx1"/>
                  </a:solidFill>
                  <a:latin typeface="Verdana" panose="020B0604030504040204" pitchFamily="34" charset="0"/>
                  <a:ea typeface="黑体" panose="02010609060101010101" pitchFamily="49" charset="-122"/>
                </a:defRPr>
              </a:lvl2pPr>
              <a:lvl3pPr marL="1143000" indent="-228600">
                <a:defRPr>
                  <a:solidFill>
                    <a:schemeClr val="tx1"/>
                  </a:solidFill>
                  <a:latin typeface="Verdana" panose="020B0604030504040204" pitchFamily="34" charset="0"/>
                  <a:ea typeface="黑体" panose="02010609060101010101" pitchFamily="49" charset="-122"/>
                </a:defRPr>
              </a:lvl3pPr>
              <a:lvl4pPr marL="1600200" indent="-228600">
                <a:defRPr>
                  <a:solidFill>
                    <a:schemeClr val="tx1"/>
                  </a:solidFill>
                  <a:latin typeface="Verdana" panose="020B0604030504040204" pitchFamily="34" charset="0"/>
                  <a:ea typeface="黑体" panose="02010609060101010101" pitchFamily="49" charset="-122"/>
                </a:defRPr>
              </a:lvl4pPr>
              <a:lvl5pPr marL="2057400" indent="-228600">
                <a:defRPr>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9pPr>
            </a:lstStyle>
            <a:p>
              <a:pPr>
                <a:lnSpc>
                  <a:spcPct val="120000"/>
                </a:lnSpc>
                <a:spcBef>
                  <a:spcPct val="50000"/>
                </a:spcBef>
              </a:pPr>
              <a:r>
                <a:rPr lang="zh-CN" altLang="en-US" sz="2000" dirty="0">
                  <a:latin typeface="微软雅黑" panose="020B0503020204020204" pitchFamily="34" charset="-122"/>
                  <a:ea typeface="微软雅黑" panose="020B0503020204020204" pitchFamily="34" charset="-122"/>
                </a:rPr>
                <a:t>网络服务器</a:t>
              </a:r>
            </a:p>
          </p:txBody>
        </p:sp>
        <p:pic>
          <p:nvPicPr>
            <p:cNvPr id="12" name="Picture 5">
              <a:extLst>
                <a:ext uri="{FF2B5EF4-FFF2-40B4-BE49-F238E27FC236}">
                  <a16:creationId xmlns:a16="http://schemas.microsoft.com/office/drawing/2014/main" id="{59027AB8-72B2-4744-ADA4-77C2EB449845}"/>
                </a:ext>
              </a:extLst>
            </p:cNvPr>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22514" y="5612635"/>
              <a:ext cx="533340" cy="671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3" name="组合 12">
            <a:extLst>
              <a:ext uri="{FF2B5EF4-FFF2-40B4-BE49-F238E27FC236}">
                <a16:creationId xmlns:a16="http://schemas.microsoft.com/office/drawing/2014/main" id="{810414FD-9CD5-40A8-9345-1A220D3EFC8D}"/>
              </a:ext>
            </a:extLst>
          </p:cNvPr>
          <p:cNvGrpSpPr/>
          <p:nvPr/>
        </p:nvGrpSpPr>
        <p:grpSpPr>
          <a:xfrm>
            <a:off x="4988972" y="5307790"/>
            <a:ext cx="1755775" cy="1044105"/>
            <a:chOff x="7825062" y="5580088"/>
            <a:chExt cx="1755775" cy="1044105"/>
          </a:xfrm>
        </p:grpSpPr>
        <p:sp>
          <p:nvSpPr>
            <p:cNvPr id="14" name="矩形 2">
              <a:extLst>
                <a:ext uri="{FF2B5EF4-FFF2-40B4-BE49-F238E27FC236}">
                  <a16:creationId xmlns:a16="http://schemas.microsoft.com/office/drawing/2014/main" id="{BD0A6798-637D-44E5-A7DC-63B0C429BB20}"/>
                </a:ext>
              </a:extLst>
            </p:cNvPr>
            <p:cNvSpPr>
              <a:spLocks noChangeArrowheads="1"/>
            </p:cNvSpPr>
            <p:nvPr/>
          </p:nvSpPr>
          <p:spPr bwMode="auto">
            <a:xfrm>
              <a:off x="7825062" y="6193819"/>
              <a:ext cx="1755775" cy="430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黑体" panose="02010609060101010101" pitchFamily="49" charset="-122"/>
                </a:defRPr>
              </a:lvl1pPr>
              <a:lvl2pPr marL="742950" indent="-285750">
                <a:defRPr>
                  <a:solidFill>
                    <a:schemeClr val="tx1"/>
                  </a:solidFill>
                  <a:latin typeface="Verdana" panose="020B0604030504040204" pitchFamily="34" charset="0"/>
                  <a:ea typeface="黑体" panose="02010609060101010101" pitchFamily="49" charset="-122"/>
                </a:defRPr>
              </a:lvl2pPr>
              <a:lvl3pPr marL="1143000" indent="-228600">
                <a:defRPr>
                  <a:solidFill>
                    <a:schemeClr val="tx1"/>
                  </a:solidFill>
                  <a:latin typeface="Verdana" panose="020B0604030504040204" pitchFamily="34" charset="0"/>
                  <a:ea typeface="黑体" panose="02010609060101010101" pitchFamily="49" charset="-122"/>
                </a:defRPr>
              </a:lvl3pPr>
              <a:lvl4pPr marL="1600200" indent="-228600">
                <a:defRPr>
                  <a:solidFill>
                    <a:schemeClr val="tx1"/>
                  </a:solidFill>
                  <a:latin typeface="Verdana" panose="020B0604030504040204" pitchFamily="34" charset="0"/>
                  <a:ea typeface="黑体" panose="02010609060101010101" pitchFamily="49" charset="-122"/>
                </a:defRPr>
              </a:lvl4pPr>
              <a:lvl5pPr marL="2057400" indent="-228600">
                <a:defRPr>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9pPr>
            </a:lstStyle>
            <a:p>
              <a:pPr>
                <a:lnSpc>
                  <a:spcPct val="120000"/>
                </a:lnSpc>
                <a:spcBef>
                  <a:spcPct val="50000"/>
                </a:spcBef>
              </a:pPr>
              <a:r>
                <a:rPr lang="zh-CN" altLang="en-US" sz="2000" dirty="0">
                  <a:latin typeface="微软雅黑" panose="020B0503020204020204" pitchFamily="34" charset="-122"/>
                  <a:ea typeface="微软雅黑" panose="020B0503020204020204" pitchFamily="34" charset="-122"/>
                </a:rPr>
                <a:t>网络工作站</a:t>
              </a:r>
            </a:p>
          </p:txBody>
        </p:sp>
        <p:pic>
          <p:nvPicPr>
            <p:cNvPr id="15" name="Picture 6" descr="desktop">
              <a:extLst>
                <a:ext uri="{FF2B5EF4-FFF2-40B4-BE49-F238E27FC236}">
                  <a16:creationId xmlns:a16="http://schemas.microsoft.com/office/drawing/2014/main" id="{720228B2-B600-4DD2-94F9-E63F50AE141A}"/>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837452" y="5580088"/>
              <a:ext cx="1177023" cy="652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6" name="组合 15">
            <a:extLst>
              <a:ext uri="{FF2B5EF4-FFF2-40B4-BE49-F238E27FC236}">
                <a16:creationId xmlns:a16="http://schemas.microsoft.com/office/drawing/2014/main" id="{04177EEB-6F90-42B7-9FFE-55873360DF54}"/>
              </a:ext>
            </a:extLst>
          </p:cNvPr>
          <p:cNvGrpSpPr/>
          <p:nvPr/>
        </p:nvGrpSpPr>
        <p:grpSpPr>
          <a:xfrm>
            <a:off x="1833015" y="2503012"/>
            <a:ext cx="2559712" cy="731377"/>
            <a:chOff x="3703513" y="1874201"/>
            <a:chExt cx="1518875" cy="731377"/>
          </a:xfrm>
        </p:grpSpPr>
        <p:sp>
          <p:nvSpPr>
            <p:cNvPr id="17" name="矩形 6">
              <a:extLst>
                <a:ext uri="{FF2B5EF4-FFF2-40B4-BE49-F238E27FC236}">
                  <a16:creationId xmlns:a16="http://schemas.microsoft.com/office/drawing/2014/main" id="{0AC8D4AD-0892-4EE7-8AD1-F8A4C22F4074}"/>
                </a:ext>
              </a:extLst>
            </p:cNvPr>
            <p:cNvSpPr>
              <a:spLocks noChangeArrowheads="1"/>
            </p:cNvSpPr>
            <p:nvPr/>
          </p:nvSpPr>
          <p:spPr bwMode="auto">
            <a:xfrm>
              <a:off x="3703513" y="1874201"/>
              <a:ext cx="726375" cy="430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Verdana" panose="020B0604030504040204" pitchFamily="34" charset="0"/>
                  <a:ea typeface="黑体" panose="02010609060101010101" pitchFamily="49" charset="-122"/>
                </a:defRPr>
              </a:lvl1pPr>
              <a:lvl2pPr marL="742950" indent="-285750">
                <a:defRPr>
                  <a:solidFill>
                    <a:schemeClr val="tx1"/>
                  </a:solidFill>
                  <a:latin typeface="Verdana" panose="020B0604030504040204" pitchFamily="34" charset="0"/>
                  <a:ea typeface="黑体" panose="02010609060101010101" pitchFamily="49" charset="-122"/>
                </a:defRPr>
              </a:lvl2pPr>
              <a:lvl3pPr marL="1143000" indent="-228600">
                <a:defRPr>
                  <a:solidFill>
                    <a:schemeClr val="tx1"/>
                  </a:solidFill>
                  <a:latin typeface="Verdana" panose="020B0604030504040204" pitchFamily="34" charset="0"/>
                  <a:ea typeface="黑体" panose="02010609060101010101" pitchFamily="49" charset="-122"/>
                </a:defRPr>
              </a:lvl3pPr>
              <a:lvl4pPr marL="1600200" indent="-228600">
                <a:defRPr>
                  <a:solidFill>
                    <a:schemeClr val="tx1"/>
                  </a:solidFill>
                  <a:latin typeface="Verdana" panose="020B0604030504040204" pitchFamily="34" charset="0"/>
                  <a:ea typeface="黑体" panose="02010609060101010101" pitchFamily="49" charset="-122"/>
                </a:defRPr>
              </a:lvl4pPr>
              <a:lvl5pPr marL="2057400" indent="-228600">
                <a:defRPr>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黑体" panose="02010609060101010101" pitchFamily="49" charset="-122"/>
                </a:defRPr>
              </a:lvl9pPr>
            </a:lstStyle>
            <a:p>
              <a:pPr>
                <a:lnSpc>
                  <a:spcPct val="120000"/>
                </a:lnSpc>
                <a:spcBef>
                  <a:spcPct val="50000"/>
                </a:spcBef>
              </a:pPr>
              <a:r>
                <a:rPr lang="zh-CN" altLang="en-US" sz="2000" dirty="0">
                  <a:latin typeface="微软雅黑" panose="020B0503020204020204" pitchFamily="34" charset="-122"/>
                  <a:ea typeface="微软雅黑" panose="020B0503020204020204" pitchFamily="34" charset="-122"/>
                </a:rPr>
                <a:t>传输介质</a:t>
              </a:r>
            </a:p>
          </p:txBody>
        </p:sp>
        <p:pic>
          <p:nvPicPr>
            <p:cNvPr id="18" name="Picture 4" descr="cable_2">
              <a:extLst>
                <a:ext uri="{FF2B5EF4-FFF2-40B4-BE49-F238E27FC236}">
                  <a16:creationId xmlns:a16="http://schemas.microsoft.com/office/drawing/2014/main" id="{D253E937-565F-46AC-8314-D96BDB7DAB2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rot="19315183">
              <a:off x="3813243" y="2167428"/>
              <a:ext cx="1409145" cy="438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spTree>
    <p:extLst>
      <p:ext uri="{BB962C8B-B14F-4D97-AF65-F5344CB8AC3E}">
        <p14:creationId xmlns:p14="http://schemas.microsoft.com/office/powerpoint/2010/main" val="10215463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FB1186DA-61BC-45E6-8383-DF077BE776F8}"/>
              </a:ext>
            </a:extLst>
          </p:cNvPr>
          <p:cNvSpPr txBox="1">
            <a:spLocks noChangeArrowheads="1"/>
          </p:cNvSpPr>
          <p:nvPr/>
        </p:nvSpPr>
        <p:spPr>
          <a:xfrm>
            <a:off x="263352" y="116632"/>
            <a:ext cx="2449512" cy="609600"/>
          </a:xfrm>
          <a:prstGeom prst="rect">
            <a:avLst/>
          </a:prstGeom>
        </p:spPr>
        <p:txBody>
          <a:bodyP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20000"/>
              </a:lnSpc>
              <a:spcBef>
                <a:spcPct val="50000"/>
              </a:spcBef>
              <a:spcAft>
                <a:spcPts val="0"/>
              </a:spcAft>
              <a:defRPr/>
            </a:pPr>
            <a:r>
              <a:rPr lang="zh-CN" altLang="en-US" sz="2800" dirty="0">
                <a:latin typeface="微软雅黑" panose="020B0503020204020204" pitchFamily="34" charset="-122"/>
                <a:ea typeface="微软雅黑" panose="020B0503020204020204" pitchFamily="34" charset="-122"/>
                <a:cs typeface="+mn-cs"/>
              </a:rPr>
              <a:t>广域网的组成</a:t>
            </a:r>
          </a:p>
        </p:txBody>
      </p:sp>
      <p:sp>
        <p:nvSpPr>
          <p:cNvPr id="3" name="Rectangle 3">
            <a:extLst>
              <a:ext uri="{FF2B5EF4-FFF2-40B4-BE49-F238E27FC236}">
                <a16:creationId xmlns:a16="http://schemas.microsoft.com/office/drawing/2014/main" id="{63FCC06F-882A-43C3-B0DC-34BF7C5CA90F}"/>
              </a:ext>
            </a:extLst>
          </p:cNvPr>
          <p:cNvSpPr>
            <a:spLocks noChangeArrowheads="1"/>
          </p:cNvSpPr>
          <p:nvPr/>
        </p:nvSpPr>
        <p:spPr bwMode="auto">
          <a:xfrm>
            <a:off x="479376" y="1124744"/>
            <a:ext cx="11376025" cy="201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p>
            <a:pPr algn="just">
              <a:lnSpc>
                <a:spcPct val="120000"/>
              </a:lnSpc>
              <a:spcBef>
                <a:spcPts val="600"/>
              </a:spcBef>
              <a:defRPr/>
            </a:pPr>
            <a:r>
              <a:rPr lang="zh-CN" altLang="en-US" sz="2400" dirty="0">
                <a:latin typeface="微软雅黑" panose="020B0503020204020204" pitchFamily="34" charset="-122"/>
                <a:ea typeface="微软雅黑" panose="020B0503020204020204" pitchFamily="34" charset="-122"/>
              </a:rPr>
              <a:t>广域网最基本的功能是数据通信和资源共享。从逻辑上</a:t>
            </a:r>
            <a:r>
              <a:rPr lang="en-US" altLang="zh-CN" sz="2400" dirty="0">
                <a:latin typeface="微软雅黑" panose="020B0503020204020204" pitchFamily="34" charset="-122"/>
                <a:ea typeface="微软雅黑" panose="020B0503020204020204" pitchFamily="34" charset="-122"/>
              </a:rPr>
              <a:t>WAN</a:t>
            </a:r>
            <a:r>
              <a:rPr lang="zh-CN" altLang="en-US" sz="2400" dirty="0">
                <a:latin typeface="微软雅黑" panose="020B0503020204020204" pitchFamily="34" charset="-122"/>
                <a:ea typeface="微软雅黑" panose="020B0503020204020204" pitchFamily="34" charset="-122"/>
              </a:rPr>
              <a:t>分成两大部分：</a:t>
            </a:r>
          </a:p>
          <a:p>
            <a:pPr marL="342900" indent="-342900" algn="just">
              <a:lnSpc>
                <a:spcPct val="120000"/>
              </a:lnSpc>
              <a:spcBef>
                <a:spcPts val="600"/>
              </a:spcBef>
              <a:buFont typeface="Wingdings" panose="05000000000000000000" pitchFamily="2" charset="2"/>
              <a:buChar char="l"/>
              <a:defRPr/>
            </a:pPr>
            <a:r>
              <a:rPr lang="zh-CN" altLang="en-US" sz="2400" dirty="0">
                <a:solidFill>
                  <a:srgbClr val="0070C0"/>
                </a:solidFill>
                <a:latin typeface="微软雅黑" panose="020B0503020204020204" pitchFamily="34" charset="-122"/>
                <a:ea typeface="微软雅黑" panose="020B0503020204020204" pitchFamily="34" charset="-122"/>
              </a:rPr>
              <a:t>资源子网</a:t>
            </a:r>
            <a:r>
              <a:rPr lang="zh-CN" altLang="en-US" sz="2400" dirty="0">
                <a:latin typeface="微软雅黑" panose="020B0503020204020204" pitchFamily="34" charset="-122"/>
                <a:ea typeface="微软雅黑" panose="020B0503020204020204" pitchFamily="34" charset="-122"/>
              </a:rPr>
              <a:t>：主要负责全网的信息处理，为网络用户提供网络服务和资源共享。</a:t>
            </a:r>
          </a:p>
          <a:p>
            <a:pPr marL="342900" indent="-342900" algn="just">
              <a:lnSpc>
                <a:spcPct val="120000"/>
              </a:lnSpc>
              <a:spcBef>
                <a:spcPts val="600"/>
              </a:spcBef>
              <a:buFont typeface="Wingdings" panose="05000000000000000000" pitchFamily="2" charset="2"/>
              <a:buChar char="l"/>
              <a:defRPr/>
            </a:pPr>
            <a:r>
              <a:rPr lang="zh-CN" altLang="en-US" sz="2400" dirty="0">
                <a:solidFill>
                  <a:srgbClr val="0070C0"/>
                </a:solidFill>
                <a:latin typeface="微软雅黑" panose="020B0503020204020204" pitchFamily="34" charset="-122"/>
                <a:ea typeface="微软雅黑" panose="020B0503020204020204" pitchFamily="34" charset="-122"/>
              </a:rPr>
              <a:t>通信子网</a:t>
            </a:r>
            <a:r>
              <a:rPr lang="zh-CN" altLang="en-US" sz="2400" dirty="0">
                <a:latin typeface="微软雅黑" panose="020B0503020204020204" pitchFamily="34" charset="-122"/>
                <a:ea typeface="微软雅黑" panose="020B0503020204020204" pitchFamily="34" charset="-122"/>
              </a:rPr>
              <a:t>：主要负责全网的数据通信，为网络用户提供数据传输、转接、加工和变换等通信处理工作。</a:t>
            </a:r>
          </a:p>
        </p:txBody>
      </p:sp>
      <p:graphicFrame>
        <p:nvGraphicFramePr>
          <p:cNvPr id="4" name="Object 3">
            <a:extLst>
              <a:ext uri="{FF2B5EF4-FFF2-40B4-BE49-F238E27FC236}">
                <a16:creationId xmlns:a16="http://schemas.microsoft.com/office/drawing/2014/main" id="{14E8630D-79C4-48FF-9088-FA8278B463F1}"/>
              </a:ext>
            </a:extLst>
          </p:cNvPr>
          <p:cNvGraphicFramePr>
            <a:graphicFrameLocks noChangeAspect="1"/>
          </p:cNvGraphicFramePr>
          <p:nvPr>
            <p:extLst>
              <p:ext uri="{D42A27DB-BD31-4B8C-83A1-F6EECF244321}">
                <p14:modId xmlns:p14="http://schemas.microsoft.com/office/powerpoint/2010/main" val="2697849321"/>
              </p:ext>
            </p:extLst>
          </p:nvPr>
        </p:nvGraphicFramePr>
        <p:xfrm>
          <a:off x="5447928" y="3144044"/>
          <a:ext cx="5976938" cy="3324225"/>
        </p:xfrm>
        <a:graphic>
          <a:graphicData uri="http://schemas.openxmlformats.org/presentationml/2006/ole">
            <mc:AlternateContent xmlns:mc="http://schemas.openxmlformats.org/markup-compatibility/2006">
              <mc:Choice xmlns:v="urn:schemas-microsoft-com:vml" Requires="v">
                <p:oleObj name="Visio" r:id="rId2" imgW="6355735" imgH="3536881" progId="Visio.Drawing.11">
                  <p:embed/>
                </p:oleObj>
              </mc:Choice>
              <mc:Fallback>
                <p:oleObj name="Visio" r:id="rId2" imgW="6355735" imgH="3536881" progId="Visio.Drawing.11">
                  <p:embed/>
                  <p:pic>
                    <p:nvPicPr>
                      <p:cNvPr id="48132"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47928" y="3144044"/>
                        <a:ext cx="5976938" cy="3324225"/>
                      </a:xfrm>
                      <a:prstGeom prst="rect">
                        <a:avLst/>
                      </a:prstGeom>
                      <a:solidFill>
                        <a:srgbClr val="99CCFF"/>
                      </a:solidFill>
                      <a:ln>
                        <a:noFill/>
                      </a:ln>
                    </p:spPr>
                  </p:pic>
                </p:oleObj>
              </mc:Fallback>
            </mc:AlternateContent>
          </a:graphicData>
        </a:graphic>
      </p:graphicFrame>
    </p:spTree>
    <p:extLst>
      <p:ext uri="{BB962C8B-B14F-4D97-AF65-F5344CB8AC3E}">
        <p14:creationId xmlns:p14="http://schemas.microsoft.com/office/powerpoint/2010/main" val="95873377"/>
      </p:ext>
    </p:extLst>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98D38F5-458C-49ED-823A-021E8BD875D9}"/>
              </a:ext>
            </a:extLst>
          </p:cNvPr>
          <p:cNvSpPr txBox="1">
            <a:spLocks noChangeArrowheads="1"/>
          </p:cNvSpPr>
          <p:nvPr/>
        </p:nvSpPr>
        <p:spPr>
          <a:xfrm>
            <a:off x="191344" y="116632"/>
            <a:ext cx="6408712" cy="531749"/>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20000"/>
              </a:lnSpc>
              <a:spcBef>
                <a:spcPts val="600"/>
              </a:spcBef>
              <a:spcAft>
                <a:spcPts val="0"/>
              </a:spcAft>
              <a:defRPr/>
            </a:pPr>
            <a:r>
              <a:rPr lang="zh-CN" altLang="en-US" sz="2600">
                <a:latin typeface="微软雅黑" panose="020B0503020204020204" pitchFamily="34" charset="-122"/>
                <a:ea typeface="微软雅黑" panose="020B0503020204020204" pitchFamily="34" charset="-122"/>
                <a:cs typeface="+mn-cs"/>
              </a:rPr>
              <a:t>作业</a:t>
            </a:r>
            <a:endParaRPr lang="zh-CN" altLang="en-US" sz="2600" dirty="0">
              <a:latin typeface="微软雅黑" panose="020B0503020204020204" pitchFamily="34" charset="-122"/>
              <a:ea typeface="微软雅黑" panose="020B0503020204020204" pitchFamily="34" charset="-122"/>
              <a:cs typeface="+mn-cs"/>
            </a:endParaRPr>
          </a:p>
        </p:txBody>
      </p:sp>
      <p:sp>
        <p:nvSpPr>
          <p:cNvPr id="6" name="矩形 5">
            <a:extLst>
              <a:ext uri="{FF2B5EF4-FFF2-40B4-BE49-F238E27FC236}">
                <a16:creationId xmlns:a16="http://schemas.microsoft.com/office/drawing/2014/main" id="{6F93D9B6-363F-4423-B673-97E1E091F810}"/>
              </a:ext>
            </a:extLst>
          </p:cNvPr>
          <p:cNvSpPr/>
          <p:nvPr/>
        </p:nvSpPr>
        <p:spPr>
          <a:xfrm>
            <a:off x="191344" y="1052736"/>
            <a:ext cx="10657184" cy="1538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b">
            <a:spAutoFit/>
          </a:bodyPr>
          <a:lstStyle/>
          <a:p>
            <a:pPr algn="just">
              <a:lnSpc>
                <a:spcPct val="120000"/>
              </a:lnSpc>
              <a:spcBef>
                <a:spcPts val="600"/>
              </a:spcBef>
            </a:pP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熟悉计算机网络的定义，分类、组成（局域网和广域网），发展历史；</a:t>
            </a:r>
            <a:endParaRPr lang="en-US" altLang="zh-CN" sz="2400" dirty="0">
              <a:latin typeface="微软雅黑" panose="020B0503020204020204" pitchFamily="34" charset="-122"/>
              <a:ea typeface="微软雅黑" panose="020B0503020204020204" pitchFamily="34" charset="-122"/>
            </a:endParaRPr>
          </a:p>
          <a:p>
            <a:pPr algn="just">
              <a:lnSpc>
                <a:spcPct val="120000"/>
              </a:lnSpc>
              <a:spcBef>
                <a:spcPts val="600"/>
              </a:spcBef>
            </a:pPr>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安装</a:t>
            </a:r>
            <a:r>
              <a:rPr lang="en-US" altLang="zh-CN" sz="2400" dirty="0" err="1">
                <a:latin typeface="微软雅黑" panose="020B0503020204020204" pitchFamily="34" charset="-122"/>
                <a:ea typeface="微软雅黑" panose="020B0503020204020204" pitchFamily="34" charset="-122"/>
              </a:rPr>
              <a:t>wireshark</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安装</a:t>
            </a:r>
            <a:r>
              <a:rPr lang="en-US" altLang="zh-CN" sz="2400" dirty="0" err="1">
                <a:latin typeface="微软雅黑" panose="020B0503020204020204" pitchFamily="34" charset="-122"/>
                <a:ea typeface="微软雅黑" panose="020B0503020204020204" pitchFamily="34" charset="-122"/>
              </a:rPr>
              <a:t>PacketTracer</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algn="just">
              <a:lnSpc>
                <a:spcPct val="120000"/>
              </a:lnSpc>
              <a:spcBef>
                <a:spcPts val="600"/>
              </a:spcBef>
            </a:pPr>
            <a:r>
              <a:rPr lang="en-US" altLang="zh-CN" sz="2400" dirty="0">
                <a:latin typeface="微软雅黑" panose="020B0503020204020204" pitchFamily="34" charset="-122"/>
                <a:ea typeface="微软雅黑" panose="020B0503020204020204" pitchFamily="34" charset="-122"/>
              </a:rPr>
              <a:t>3.</a:t>
            </a:r>
            <a:r>
              <a:rPr lang="zh-CN" altLang="en-US" sz="2400" dirty="0">
                <a:latin typeface="微软雅黑" panose="020B0503020204020204" pitchFamily="34" charset="-122"/>
                <a:ea typeface="微软雅黑" panose="020B0503020204020204" pitchFamily="34" charset="-122"/>
              </a:rPr>
              <a:t>查找最新的中国互联网发展报告，了解中国互联网发展现状；</a:t>
            </a:r>
            <a:endParaRPr lang="en-US" altLang="zh-CN" sz="2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691491011"/>
      </p:ext>
    </p:extLst>
  </p:cSld>
  <p:clrMapOvr>
    <a:masterClrMapping/>
  </p:clrMapOvr>
  <p:transition spd="slow"/>
</p:sld>
</file>

<file path=ppt/theme/theme1.xml><?xml version="1.0" encoding="utf-8"?>
<a:theme xmlns:a="http://schemas.openxmlformats.org/drawingml/2006/main" name="1_Profile">
  <a:themeElements>
    <a:clrScheme name="1_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1_Profile">
      <a:majorFont>
        <a:latin typeface="Verdana"/>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Verdana" pitchFamily="34" charset="0"/>
            <a:ea typeface="仿宋"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Verdana" pitchFamily="34" charset="0"/>
            <a:ea typeface="仿宋" pitchFamily="49" charset="-122"/>
          </a:defRPr>
        </a:defPPr>
      </a:lstStyle>
    </a:lnDef>
  </a:objectDefaults>
  <a:extraClrSchemeLst>
    <a:extraClrScheme>
      <a:clrScheme name="1_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1_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1_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1_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1_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1_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1_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1_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1_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自定义设计方案">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Verdana" pitchFamily="34" charset="0"/>
            <a:ea typeface="仿宋"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Verdana" pitchFamily="34" charset="0"/>
            <a:ea typeface="仿宋" pitchFamily="49" charset="-122"/>
          </a:defRPr>
        </a:defPPr>
      </a:lstStyle>
    </a:lnDef>
  </a:objectDefaul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自定义设计方案">
  <a:themeElements>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Verdana" pitchFamily="34" charset="0"/>
            <a:ea typeface="仿宋"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Verdana" pitchFamily="34" charset="0"/>
            <a:ea typeface="仿宋" pitchFamily="49" charset="-122"/>
          </a:defRPr>
        </a:defPPr>
      </a:lstStyle>
    </a:lnDef>
  </a:objectDefaults>
  <a:extraClrSchemeLst>
    <a:extraClrScheme>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计算机网络</Template>
  <TotalTime>7606</TotalTime>
  <Words>1919</Words>
  <Application>Microsoft Office PowerPoint</Application>
  <PresentationFormat>宽屏</PresentationFormat>
  <Paragraphs>154</Paragraphs>
  <Slides>26</Slides>
  <Notes>0</Notes>
  <HiddenSlides>0</HiddenSlides>
  <MMClips>0</MMClips>
  <ScaleCrop>false</ScaleCrop>
  <HeadingPairs>
    <vt:vector size="8" baseType="variant">
      <vt:variant>
        <vt:lpstr>已用的字体</vt:lpstr>
      </vt:variant>
      <vt:variant>
        <vt:i4>10</vt:i4>
      </vt:variant>
      <vt:variant>
        <vt:lpstr>主题</vt:lpstr>
      </vt:variant>
      <vt:variant>
        <vt:i4>4</vt:i4>
      </vt:variant>
      <vt:variant>
        <vt:lpstr>嵌入 OLE 服务器</vt:lpstr>
      </vt:variant>
      <vt:variant>
        <vt:i4>2</vt:i4>
      </vt:variant>
      <vt:variant>
        <vt:lpstr>幻灯片标题</vt:lpstr>
      </vt:variant>
      <vt:variant>
        <vt:i4>26</vt:i4>
      </vt:variant>
    </vt:vector>
  </HeadingPairs>
  <TitlesOfParts>
    <vt:vector size="42" baseType="lpstr">
      <vt:lpstr>黑体</vt:lpstr>
      <vt:lpstr>楷体</vt:lpstr>
      <vt:lpstr>楷体_GB2312</vt:lpstr>
      <vt:lpstr>微软雅黑</vt:lpstr>
      <vt:lpstr>Arial</vt:lpstr>
      <vt:lpstr>Calibri</vt:lpstr>
      <vt:lpstr>Calibri Light</vt:lpstr>
      <vt:lpstr>Times New Roman</vt:lpstr>
      <vt:lpstr>Verdana</vt:lpstr>
      <vt:lpstr>Wingdings</vt:lpstr>
      <vt:lpstr>1_Profile</vt:lpstr>
      <vt:lpstr>自定义设计方案</vt:lpstr>
      <vt:lpstr>1_自定义设计方案</vt:lpstr>
      <vt:lpstr>Office 主题​​</vt:lpstr>
      <vt:lpstr>位图图像</vt:lpstr>
      <vt:lpstr>Microsoft Visio 2003-2010 绘图</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tup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NEC</dc:creator>
  <cp:lastModifiedBy>BLAIR</cp:lastModifiedBy>
  <cp:revision>2381</cp:revision>
  <cp:lastPrinted>1601-01-01T00:00:00Z</cp:lastPrinted>
  <dcterms:created xsi:type="dcterms:W3CDTF">2003-05-27T06:14:28Z</dcterms:created>
  <dcterms:modified xsi:type="dcterms:W3CDTF">2026-03-10T13:56:33Z</dcterms:modified>
</cp:coreProperties>
</file>