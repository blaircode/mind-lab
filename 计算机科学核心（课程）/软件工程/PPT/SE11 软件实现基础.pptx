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0413" cy="6858000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615ABB-69C3-49F3-A7BB-D34343F8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B8C026C-7621-417A-BD83-46E1DE4DD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EA83E-138B-412E-8A80-EACB2476E22A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476553-33A8-46E2-ADEC-0BDC07D8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708279-C920-47FC-9AF0-84D85464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AEA2B-42D4-4548-B196-4136DB0B0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02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B005E7-E3F8-417E-A879-53317FF1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1" y="365126"/>
            <a:ext cx="1051423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3204C5-6D6A-4952-818D-60BB1AC2A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1" y="1825625"/>
            <a:ext cx="1051423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CCD6EE-CEE5-4A3A-9C5F-0C3B00232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091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EA83E-138B-412E-8A80-EACB2476E22A}" type="datetimeFigureOut">
              <a:rPr lang="zh-CN" altLang="en-US" smtClean="0"/>
              <a:t>2023/10/30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18F7BC-0134-40D1-897D-DB371B58D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075" y="6356351"/>
            <a:ext cx="41142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CA9312-7AFA-4C55-ABB3-476B1C956F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479" y="6356351"/>
            <a:ext cx="27428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AEA2B-42D4-4548-B196-4136DB0B06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18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30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7" indent="-228577" algn="l" defTabSz="91430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3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86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40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49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3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7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1" indent="-228577" algn="l" defTabSz="91430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0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4AA7C16-5FCF-4393-8570-6F89367CA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66038DE-D645-4752-A923-33631FAEB1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645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3958EE7-DF02-4A9C-8E9F-E164327EC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50CE48C-953B-49EA-85BB-5E653424BBE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23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44DB6F1-5038-48F3-8A82-8DCB3D7C2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1.1 </a:t>
            </a:r>
            <a:r>
              <a:rPr lang="zh-CN" altLang="en-US"/>
              <a:t>何为软件实现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3AAE41-90E3-4435-8B87-226CD241F7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56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509786A-D497-40B2-A292-C7BEE4F01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软件实现的任务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43D566D-AB4E-42A9-A5CA-6C8769E9AA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04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DE6F72C-FF63-4679-B261-E595CCE23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软件实现兼具创作和生产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ACAB51-82CB-478D-A2C5-D41A12E3AAB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69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EE5B71F-99A2-4524-8E97-8CE2EA28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1.2 </a:t>
            </a:r>
            <a:r>
              <a:rPr lang="zh-CN" altLang="zh-CN"/>
              <a:t>软件实现需考虑多方面的因素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CE5C62F-36E8-4B25-B6AA-345914A6F7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3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B2B3A08-2F1F-44C7-B59D-FDEE8B407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软件实现与软件设计之间的关系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D8FAA8-5AA8-45A0-A947-0470FC96B9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87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3B5F497-14E5-4F35-88C5-D97499C1D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1.3 </a:t>
            </a:r>
            <a:r>
              <a:rPr lang="zh-CN" altLang="en-US"/>
              <a:t>软件实现的过程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6014AF-7843-4506-860F-7677ED9E023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82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27E03E7-048E-4267-8689-27C5B667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编码</a:t>
            </a:r>
            <a:r>
              <a:rPr lang="en-US" altLang="zh-CN"/>
              <a:t>+</a:t>
            </a:r>
            <a:r>
              <a:rPr lang="zh-CN" altLang="en-US"/>
              <a:t>单元测试</a:t>
            </a:r>
            <a:r>
              <a:rPr lang="en-US" altLang="zh-CN"/>
              <a:t>+</a:t>
            </a:r>
            <a:r>
              <a:rPr lang="zh-CN" altLang="en-US"/>
              <a:t>调试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895CC8-CDC0-4916-B71E-C373D860EB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722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798216F-9B73-4E3F-9755-C0830E10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软件测试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619626-E7F8-4BF8-8A62-C5DDDDE4CC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40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2AF0409-392E-454B-AD64-B12C0B0CB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1.4 </a:t>
            </a:r>
            <a:r>
              <a:rPr lang="zh-CN" altLang="en-US"/>
              <a:t>软件实现要遵循的原则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DB7F5AD-BBE6-43C7-8945-EF6BD586DD7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07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1B4B0D6-383B-411A-A419-A95BF97B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96F543E-7993-42BA-8F00-95BA39C5F0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56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94F9F14-46C5-419A-BA55-2531A48D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程序设计语言提供的支持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E17A2E-10E5-4516-B205-91A942DFC54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195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8D7D09B-DCC7-452B-B4A9-27AE53BB1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2.1 </a:t>
            </a:r>
            <a:r>
              <a:rPr lang="zh-CN" altLang="en-US"/>
              <a:t>程序设计语言的表达能力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9FCBE9-DCC1-43CE-91EF-54CE9EC07DB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65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DBD5971-7F33-40E3-AF38-39219FD11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2.2 </a:t>
            </a:r>
            <a:r>
              <a:rPr lang="zh-CN" altLang="en-US"/>
              <a:t>程序设计语言的选择（</a:t>
            </a:r>
            <a:r>
              <a:rPr lang="en-US" altLang="zh-CN"/>
              <a:t>1/3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BED2C2-C865-4A4E-9DE9-D02C1418BB1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90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F068AE3-9AE1-42DA-9A2E-AA1DB6D2D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程序设计语言的选择（</a:t>
            </a:r>
            <a:r>
              <a:rPr lang="en-US" altLang="zh-CN"/>
              <a:t>2/3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23CD9B-1D49-468B-BFE5-0CDF054DD56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33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6E7A871-3023-45E0-84D6-A97A8B4B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程序设计语言的选择（</a:t>
            </a:r>
            <a:r>
              <a:rPr lang="en-US" altLang="zh-CN"/>
              <a:t>3/3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CA42A7E-9E3C-413D-830D-750A348769E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00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9B64863-697A-4695-BE08-D4AF9699A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AC8A3B-6212-4E43-862B-0C6817FA15B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486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E6995E5-92D5-4FF8-9A19-AA7C9F4FB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3.1 </a:t>
            </a:r>
            <a:r>
              <a:rPr lang="zh-CN" altLang="zh-CN"/>
              <a:t>编写代码的原则</a:t>
            </a:r>
            <a:r>
              <a:rPr lang="zh-CN" altLang="en-US"/>
              <a:t>（</a:t>
            </a:r>
            <a:r>
              <a:rPr lang="en-US" altLang="zh-CN"/>
              <a:t>1/3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0571CC-6E06-43FA-AF81-0AB37315E8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88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53EA686-5C8F-472E-B009-3B294D79A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编写代码的原则</a:t>
            </a:r>
            <a:r>
              <a:rPr lang="zh-CN" altLang="en-US"/>
              <a:t>（</a:t>
            </a:r>
            <a:r>
              <a:rPr lang="en-US" altLang="zh-CN"/>
              <a:t>2/3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FB55A9-A2B5-433A-A2FE-255E07144EC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1546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A38CD2D-5249-45F9-8129-A69DF1F44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编写代码的原则</a:t>
            </a:r>
            <a:r>
              <a:rPr lang="zh-CN" altLang="en-US"/>
              <a:t>（</a:t>
            </a:r>
            <a:r>
              <a:rPr lang="en-US" altLang="zh-CN"/>
              <a:t>3/3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38A4268-9322-4F1C-A9A5-BCDEB447A0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96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80F9002-1A46-4EE7-9482-15620F31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3.2 </a:t>
            </a:r>
            <a:r>
              <a:rPr lang="zh-CN" altLang="en-US"/>
              <a:t>良好编程实践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2C7A72-0DB2-4AAC-8489-34B657D11F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25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F93C2A1-7EC1-4777-9D83-E6CFA54A4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代码的</a:t>
            </a:r>
            <a:r>
              <a:rPr lang="en-US" altLang="zh-CN">
                <a:latin typeface="Times New Roman" panose="02020603050405020304" pitchFamily="18" charset="0"/>
              </a:rPr>
              <a:t>self-documenting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C3C213-80B8-4605-936F-F30EF90778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086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20DED6-7256-4541-BB8A-BC2C8D54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使用参数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9AEA2E-B0F8-4761-B738-4F7402CC4F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3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1341884-6CAF-4A8B-BF00-0EF46F67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使用参数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F15B38-4AD3-4622-AE2A-F43E5625A7D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13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446E36-89C3-4800-B34C-3D2F64A14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小结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0413990-3ADB-4A59-9387-CDCA444080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111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FE153A3-935E-4A99-8943-0E576A963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综合实践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AB143C-9892-40D8-9072-D6CC55FB901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04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343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Microsoft Office PowerPoint</Application>
  <PresentationFormat>自定义</PresentationFormat>
  <Paragraphs>26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等线</vt:lpstr>
      <vt:lpstr>等线 Light</vt:lpstr>
      <vt:lpstr>Arial</vt:lpstr>
      <vt:lpstr>Times New Roman</vt:lpstr>
      <vt:lpstr>Office 主题​​</vt:lpstr>
      <vt:lpstr>PowerPoint 演示文稿</vt:lpstr>
      <vt:lpstr>内容</vt:lpstr>
      <vt:lpstr>1.1 何为软件实现</vt:lpstr>
      <vt:lpstr>软件实现的任务</vt:lpstr>
      <vt:lpstr>软件实现兼具创作和生产</vt:lpstr>
      <vt:lpstr>1.2 软件实现需考虑多方面的因素</vt:lpstr>
      <vt:lpstr>软件实现与软件设计之间的关系</vt:lpstr>
      <vt:lpstr>1.3 软件实现的过程</vt:lpstr>
      <vt:lpstr>编码+单元测试+调试</vt:lpstr>
      <vt:lpstr>软件测试</vt:lpstr>
      <vt:lpstr>1.4 软件实现要遵循的原则</vt:lpstr>
      <vt:lpstr>内容</vt:lpstr>
      <vt:lpstr>程序设计语言提供的支持</vt:lpstr>
      <vt:lpstr>2.1 程序设计语言的表达能力</vt:lpstr>
      <vt:lpstr>2.2 程序设计语言的选择（1/3）</vt:lpstr>
      <vt:lpstr>程序设计语言的选择（2/3）</vt:lpstr>
      <vt:lpstr>程序设计语言的选择（3/3）</vt:lpstr>
      <vt:lpstr>内容</vt:lpstr>
      <vt:lpstr>3.1 编写代码的原则（1/3）</vt:lpstr>
      <vt:lpstr>编写代码的原则（2/3）</vt:lpstr>
      <vt:lpstr>编写代码的原则（3/3）</vt:lpstr>
      <vt:lpstr>3.2 良好编程实践</vt:lpstr>
      <vt:lpstr>代码的self-documenting</vt:lpstr>
      <vt:lpstr>使用参数</vt:lpstr>
      <vt:lpstr>使用参数</vt:lpstr>
      <vt:lpstr>小结</vt:lpstr>
      <vt:lpstr>综合实践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18465</dc:creator>
  <cp:lastModifiedBy>18465</cp:lastModifiedBy>
  <cp:revision>1</cp:revision>
  <dcterms:created xsi:type="dcterms:W3CDTF">2023-10-30T13:09:43Z</dcterms:created>
  <dcterms:modified xsi:type="dcterms:W3CDTF">2023-10-30T13:09:43Z</dcterms:modified>
</cp:coreProperties>
</file>