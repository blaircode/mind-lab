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2190413" cy="6858000"/>
  <p:notesSz cx="7099300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BD39D3-CE9E-4FAD-90BD-EC80F0101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DE0B713-6728-4C88-9AB3-E2AA69CAA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459A6-D624-4E0F-BDD4-0D7AA0ED2262}" type="datetimeFigureOut">
              <a:rPr lang="zh-CN" altLang="en-US" smtClean="0"/>
              <a:t>2023/9/20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82496E7-D008-497F-BDDD-CE3BA89C7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6952CDF-7C28-46FC-AA6E-3EB466A80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2D9DC-F6B8-457E-BFB4-537E6F218A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6982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40DED2F-D542-4618-ACB9-F68827209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91" y="365126"/>
            <a:ext cx="1051423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ECF52B2-BFBC-47A0-806A-86A8125D6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091" y="1825625"/>
            <a:ext cx="1051423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B54A11-C973-460F-BC55-B83A16A9BE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091" y="6356351"/>
            <a:ext cx="27428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C459A6-D624-4E0F-BDD4-0D7AA0ED2262}" type="datetimeFigureOut">
              <a:rPr lang="zh-CN" altLang="en-US" smtClean="0"/>
              <a:t>2023/9/20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0D74C2-0B78-463A-B564-F32372BAA0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75" y="6356351"/>
            <a:ext cx="4114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78E6F0-0A4D-4E9B-82E2-4F7FEADD57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479" y="6356351"/>
            <a:ext cx="27428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42D9DC-F6B8-457E-BFB4-537E6F218A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1871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30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77" indent="-228577" algn="l" defTabSz="9143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31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86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40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94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49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3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7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1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9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3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7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1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801433B-7D83-440B-ACDE-664FB3D3F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417A085-E5B7-4F8F-B6A4-2C75662A034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291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DD4838B-8F35-4DCA-B774-E455CCA3C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C78A9AF-E05E-4A61-AB1A-C6D8B4B17CC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801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A3C55A8-8621-480D-8AFD-B8919EE88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1.1 </a:t>
            </a:r>
            <a:r>
              <a:rPr lang="zh-CN" altLang="en-US"/>
              <a:t>何为获取软件需求？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3C29B2A-25FA-4A96-A21C-716ED960EFD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288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4088E39-2AC6-48D6-8F30-80D3FFAA2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软件需求从何而来？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BFC3997-81F4-47CD-8047-34CEB67FFFD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95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718ABBF-68C4-4F70-BA23-FEF0848D3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软件开发者也可以充当软件的利益相关方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12749A0-AE8F-4901-9975-1647BFA6AF0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822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042A0BF-9195-4AE0-946B-A43311691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1.2 </a:t>
            </a:r>
            <a:r>
              <a:rPr lang="zh-CN" altLang="zh-CN"/>
              <a:t>获取软件需求的方式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E2B566B-0FA7-4EB4-8355-FAB3B75E8CF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381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283A8A5-120F-4D08-9A27-3F2E1C66E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获取软件需求的困难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106E184-EAD5-4EC2-852D-29868137608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724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3A4EF2B-25F4-42D5-A1E5-BBD8A36B7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1.3 </a:t>
            </a:r>
            <a:r>
              <a:rPr lang="zh-CN" altLang="zh-CN"/>
              <a:t>获取软件需求方法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25B7CD2-5996-44F1-A339-6B5F8D75C62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850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99542D4-A7A3-48C5-AE4B-AF705FAA3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访谈和会议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97DEEC9-95B6-4DDF-B24A-F55178074C3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987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6EBF830-3588-4AB1-A855-C5348BA64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调查问卷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85B7EAC-4858-4F92-AEF4-FC1B4D3A3A8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345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BD7DF39-9FFD-47B2-AEE2-B1B0BCB92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获</a:t>
            </a:r>
            <a:r>
              <a:rPr lang="zh-CN" altLang="en-US"/>
              <a:t>现场观摩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488E83B-D0E0-4B47-AF65-765CCCCA3B3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809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620971B-262C-4076-9861-B11835FFB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分析</a:t>
            </a:r>
            <a:r>
              <a:rPr lang="zh-CN" altLang="en-US"/>
              <a:t>业务资料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E536D75-D2EF-462A-8BAA-2A696B54187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04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57BDF28-67E5-4940-BE1E-A779E8271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软件原型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4AEDB54-8E1E-48BF-B26E-81CFEC32E17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882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0B4F850-82F8-499E-8A85-798FBAF80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群体化方法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C45D19F-7C27-414C-ABA5-D11D69CBEFE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6058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72F0FCC-C447-4339-984C-9DFDDFB54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成立需求分析的联合工作小组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BFB1F8F-082C-4B7D-B5E9-2B2F25BF6B0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2698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446420F-A605-4829-A7E5-94E25F63E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1.4 </a:t>
            </a:r>
            <a:r>
              <a:rPr lang="zh-CN" altLang="zh-CN"/>
              <a:t>获取软件需求的过程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DF06FB3-2B6D-4B3F-AAB4-F813F20C4C7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1196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91D5E5B-4DBF-42F0-B563-26954F1D8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7B9EC5D-F4D3-4602-8F97-ED122643731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0584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B1ABF5C-9D5E-4CBB-8F61-6B45D4A87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2.1 </a:t>
            </a:r>
            <a:r>
              <a:rPr lang="zh-CN" altLang="en-US"/>
              <a:t>软件的目的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A6FA544-F5C5-4305-9381-434A23F8443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5142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E84AC40-42A7-47A6-95FA-6401B5673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明确软件要解决的问题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8AD25CD-0316-4334-A9D8-07F4C05A73C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2925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0818FD0-F380-49AB-83BB-0850BF3D0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定义软件欲解决问题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3FE952F-BD1F-4881-85A2-4290DEF5BB5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7915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F3EE5F8-FCA7-424C-8447-85184A3A8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明确基于软件的问题解决方案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9E44340-7DE2-4BEC-9E1A-0E900841F05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2981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18E5CA8-3C31-4131-8146-4D325E0DD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5B2B8D9-03E7-4A28-AF0A-F412132334D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5263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DEB1637-BAC4-436D-A22B-49153070E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 </a:t>
            </a:r>
            <a:r>
              <a:rPr lang="zh-CN" altLang="zh-CN"/>
              <a:t>识别软件的利益相关方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6F6852E-370D-4503-A59B-C7A35B72C0A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1184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306A930-126C-47EF-9F74-F6216A4EA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示例：</a:t>
            </a:r>
            <a:r>
              <a:rPr lang="zh-CN" altLang="zh-CN"/>
              <a:t>“空巢老人看护软件”的利益相关方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57249E5-EA28-40D6-A2AF-5D31C7F54FC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0096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EC2D38B-54C2-4B07-9408-00A306578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3.2 </a:t>
            </a:r>
            <a:r>
              <a:rPr lang="zh-CN" altLang="zh-CN"/>
              <a:t>导出软件的功能性需求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42B04EB-1450-4A92-A89A-14551208258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1341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2421B5B-637A-4A83-A3C9-ECED4D745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构思软件的功能性需求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FF6BB0F-2673-4DA0-B63E-A5759747382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7925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F86EA44-3E37-4169-8F95-1DEC69DE2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有创意</a:t>
            </a:r>
            <a:r>
              <a:rPr lang="zh-CN" altLang="en-US"/>
              <a:t>软件的特点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870B550-3BB9-4911-A22C-0A9704C2320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0078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515481F-1129-41AA-BB22-58DCBE78E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 </a:t>
            </a:r>
            <a:r>
              <a:rPr lang="zh-CN" altLang="en-US"/>
              <a:t>示例：构思</a:t>
            </a:r>
            <a:r>
              <a:rPr lang="en-US" altLang="zh-CN"/>
              <a:t>“</a:t>
            </a:r>
            <a:r>
              <a:rPr lang="zh-CN" altLang="zh-CN"/>
              <a:t>空巢老人看护软件”功能性需求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EF2905B-9574-4558-891C-958EB3878A5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061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B0478A3-CD4E-423C-8528-BC4686CB6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3.3 </a:t>
            </a:r>
            <a:r>
              <a:rPr lang="zh-CN" altLang="zh-CN"/>
              <a:t>导出和构思软件的非功能性需求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2C505B1-7807-4C2E-9191-C0F4AE3878E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8205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63F13EC-8048-44BE-AE91-E426538E9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示例：</a:t>
            </a:r>
            <a:r>
              <a:rPr lang="zh-CN" altLang="zh-CN"/>
              <a:t>“空巢老人看护软件”的非功能需求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6C334E9-EE02-4507-B2F6-5CEB7200F1D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808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7C58B5A-F66C-417A-BFD5-49271F5EC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借助</a:t>
            </a:r>
            <a:r>
              <a:rPr lang="zh-CN" altLang="zh-CN"/>
              <a:t>互联网大众</a:t>
            </a:r>
            <a:r>
              <a:rPr lang="zh-CN" altLang="en-US"/>
              <a:t>来构思软件需求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989CC4A-5E3D-420B-A416-5A141763047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2702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74AEEFF-F932-45F2-B714-08DC66D90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A668D9D-F910-462B-8966-F3407E49C9A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3114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2FDA740-BD58-4650-B05F-D1145E6DA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4.1 </a:t>
            </a:r>
            <a:r>
              <a:rPr lang="zh-CN" altLang="zh-CN"/>
              <a:t>描述初步软件需求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0A977ED-50A8-45E9-88E2-DA65332C4C2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2410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403FF6F-B1E6-4CD4-BC3F-A4EE683A1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4.2  </a:t>
            </a:r>
            <a:r>
              <a:rPr lang="zh-CN" altLang="zh-CN"/>
              <a:t>自然语言描述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47311B4-12A2-4AA6-8914-7FB78C5BE2C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9571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003A4A0-7A27-4651-8446-71224D0C0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</a:t>
            </a:r>
            <a:r>
              <a:rPr lang="zh-CN" altLang="zh-CN"/>
              <a:t>用自然语言描述的</a:t>
            </a:r>
            <a:r>
              <a:rPr lang="zh-CN" altLang="en-US"/>
              <a:t>软件</a:t>
            </a:r>
            <a:r>
              <a:rPr lang="zh-CN" altLang="zh-CN"/>
              <a:t>需求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D0BC61C-260F-4034-8BC4-BC09D5A9FBB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4971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D081DB5-5CAE-495E-A706-C9B103AEA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459E645-DEA3-45B3-9767-C1F69A9EC18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1572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BEAFDB5-7691-447E-A7A9-F149C0095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用例间的关系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F7E0A3F-171E-4062-87AC-85BCB8EB08F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5393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8DB68C0-4EC9-48EA-B383-5DF35354E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例：图书管理系统用例图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D3AAC09-66FF-4F3C-A968-BA33D140BCE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405959"/>
      </p:ext>
    </p:extLst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862CCA0-08F0-4FB9-B9F8-47309A271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</a:t>
            </a:r>
            <a:r>
              <a:rPr lang="zh-CN" altLang="zh-CN"/>
              <a:t>“空巢老人看护软件”</a:t>
            </a:r>
            <a:r>
              <a:rPr lang="zh-CN" altLang="en-US"/>
              <a:t>的用例图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6F3EE55-9EEE-4840-9DB2-E9107517F57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94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3220EF0-CDF0-4266-93B6-B8CF40D04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例：用例的进一步详细描述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35359A6-3551-43FD-9980-9630C29D761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666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1623C08-CF06-41F0-8CC1-8B58B4EF4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4.4 </a:t>
            </a:r>
            <a:r>
              <a:rPr lang="zh-CN" altLang="en-US"/>
              <a:t>撰写</a:t>
            </a:r>
            <a:r>
              <a:rPr lang="zh-CN" altLang="zh-CN"/>
              <a:t>“初步软件需求描述”文档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BC2506E-450A-4BDD-98FB-5EC9DA59C3F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1559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81562C8-1C0C-4F41-AEA9-2DC59E190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小结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DBB6FE5-4BA7-482C-8D20-09C46EFD864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2143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EE6DB59-CA59-47F0-9038-41C55F094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综合实践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0512391-BA43-45F2-A994-A2048C1D59E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661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</Words>
  <Application>Microsoft Office PowerPoint</Application>
  <PresentationFormat>自定义</PresentationFormat>
  <Paragraphs>41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47" baseType="lpstr">
      <vt:lpstr>等线</vt:lpstr>
      <vt:lpstr>等线 Light</vt:lpstr>
      <vt:lpstr>Arial</vt:lpstr>
      <vt:lpstr>Office 主题​​</vt:lpstr>
      <vt:lpstr>PowerPoint 演示文稿</vt:lpstr>
      <vt:lpstr>内容</vt:lpstr>
      <vt:lpstr>1.1 何为获取软件需求？</vt:lpstr>
      <vt:lpstr>软件需求从何而来？</vt:lpstr>
      <vt:lpstr>软件开发者也可以充当软件的利益相关方</vt:lpstr>
      <vt:lpstr>1.2 获取软件需求的方式</vt:lpstr>
      <vt:lpstr>获取软件需求的困难</vt:lpstr>
      <vt:lpstr>1.3 获取软件需求方法</vt:lpstr>
      <vt:lpstr>访谈和会议</vt:lpstr>
      <vt:lpstr>调查问卷</vt:lpstr>
      <vt:lpstr>获现场观摩</vt:lpstr>
      <vt:lpstr>分析业务资料</vt:lpstr>
      <vt:lpstr>软件原型</vt:lpstr>
      <vt:lpstr>群体化方法</vt:lpstr>
      <vt:lpstr>成立需求分析的联合工作小组</vt:lpstr>
      <vt:lpstr>1.4 获取软件需求的过程</vt:lpstr>
      <vt:lpstr>内容</vt:lpstr>
      <vt:lpstr>2.1 软件的目的</vt:lpstr>
      <vt:lpstr>明确软件要解决的问题</vt:lpstr>
      <vt:lpstr>定义软件欲解决问题</vt:lpstr>
      <vt:lpstr>明确基于软件的问题解决方案</vt:lpstr>
      <vt:lpstr>内容</vt:lpstr>
      <vt:lpstr>3.1 识别软件的利益相关方</vt:lpstr>
      <vt:lpstr>示例：“空巢老人看护软件”的利益相关方</vt:lpstr>
      <vt:lpstr>3.2 导出软件的功能性需求</vt:lpstr>
      <vt:lpstr>构思软件的功能性需求</vt:lpstr>
      <vt:lpstr>有创意软件的特点</vt:lpstr>
      <vt:lpstr> 示例：构思“空巢老人看护软件”功能性需求</vt:lpstr>
      <vt:lpstr>3.3 导出和构思软件的非功能性需求</vt:lpstr>
      <vt:lpstr>示例：“空巢老人看护软件”的非功能需求</vt:lpstr>
      <vt:lpstr>借助互联网大众来构思软件需求</vt:lpstr>
      <vt:lpstr>内容</vt:lpstr>
      <vt:lpstr>4.1 描述初步软件需求</vt:lpstr>
      <vt:lpstr>4.2  自然语言描述</vt:lpstr>
      <vt:lpstr>例：用自然语言描述的软件需求</vt:lpstr>
      <vt:lpstr>PowerPoint 演示文稿</vt:lpstr>
      <vt:lpstr>用例间的关系</vt:lpstr>
      <vt:lpstr>例：图书管理系统用例图</vt:lpstr>
      <vt:lpstr>例：“空巢老人看护软件”的用例图</vt:lpstr>
      <vt:lpstr>例：用例的进一步详细描述</vt:lpstr>
      <vt:lpstr>4.4 撰写“初步软件需求描述”文档</vt:lpstr>
      <vt:lpstr>小结</vt:lpstr>
      <vt:lpstr>综合实践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18465</dc:creator>
  <cp:lastModifiedBy>18465</cp:lastModifiedBy>
  <cp:revision>1</cp:revision>
  <dcterms:created xsi:type="dcterms:W3CDTF">2023-09-20T02:09:05Z</dcterms:created>
  <dcterms:modified xsi:type="dcterms:W3CDTF">2023-09-20T02:09:05Z</dcterms:modified>
</cp:coreProperties>
</file>