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8340B-C73A-497A-B363-9AC70AD1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B61C0F-E74E-49B5-BDAF-CFA66C3F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D765-FB78-491C-8514-677582596524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A6B244-0528-42C3-B994-76DAA43F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1CACBB-BBF6-4F78-9395-A5D9900A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778-91C3-4A93-96D8-A0B8FA4D2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500C99-0CB1-45D9-930D-38F96F95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9BCE65-3B61-4915-B147-AA029C9F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D6003-E356-47D0-B217-16939F396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3D765-FB78-491C-8514-677582596524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854D0-34DB-48DC-BD01-6574A488B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1A7F8E-28FC-4189-8BBD-349129B2D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3B778-91C3-4A93-96D8-A0B8FA4D21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90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AF7E39-5EB5-4F35-9D1A-2E7DAC4D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1482BF-C64B-47C0-A62D-E194999178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5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8B309D-18A1-4AA1-815D-23863DC0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10BF6C-BA7E-4EF9-947A-2468D1FBFF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7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E43A957-A8E2-4108-B1EB-C2C3417C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7F79BA-B252-4E94-AC2F-D849710ED1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A56D040-AA0D-4268-A4A0-31D9A003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1.1 </a:t>
            </a:r>
            <a:r>
              <a:rPr lang="zh-CN" altLang="en-US">
                <a:sym typeface="+mn-ea"/>
              </a:rPr>
              <a:t>软件测试概述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93E46F-E5CC-4887-9D90-A0E5D71880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0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5662461-2CBE-435A-87CB-CD70FD88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何为软件测试？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ECCD69-DE0A-45C0-B911-92F1742AB7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3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690300-570F-4DB9-A3ED-D81B159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从狭义测试到广义测试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7B932C-57A9-4F0B-BC8F-2C7D1AFCAD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16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E67ED4-5520-43B6-9DE8-120D2F1F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软件测试的原理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1AA244-E742-401B-8785-60F42D6A7E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8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8A77CBA-06D8-4C31-8207-876EC80C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例：软件测试的原理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569334-529C-4D92-81AF-81880B78B5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2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3D35CA-7D35-48D7-B642-EF6B5D95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测试用例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8442BE-9BE2-49CC-B730-4916826FB7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1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3C0A7E-AF5D-450B-AA4F-809DC299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例：测试用例的设计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AAD074-7120-49F4-BD83-89D6536265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4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E1EC07-E5C6-4DAC-9D0D-AA37D3FB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软件测试的任务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2EE8CC-62A7-4028-BB6D-4FF23B73B2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8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683B8B-55C7-4277-A9D0-288DE716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软件测试任务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6EB3AD-2200-40CA-847A-5866E9C93C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77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01DE5E8-826C-44A0-AD8F-B35017BE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软件测试的目的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15925A-012B-4A6E-A833-8DCA6AF067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47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F6B1D6-D3CE-400F-86B8-26AA12B96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软件测试的步骤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A8A0D0-481E-4FAE-928B-8C0969D0E3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25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9F1554-9CA7-4FCB-9C01-6259B4A2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例</a:t>
            </a:r>
            <a:r>
              <a:rPr lang="en-US" altLang="zh-CN">
                <a:sym typeface="+mn-ea"/>
              </a:rPr>
              <a:t>: </a:t>
            </a:r>
            <a:r>
              <a:rPr lang="zh-CN" altLang="en-US"/>
              <a:t>软件测试的步骤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BA83A3-25BD-47E3-B39C-C500E4DB31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92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37D0E9-17F7-417D-96CD-6C65421F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1.6 </a:t>
            </a:r>
            <a:r>
              <a:rPr lang="zh-CN" altLang="en-US"/>
              <a:t>软件测试面临的主要挑战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9B4F8C-C26D-4463-8F33-BD21856D4A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9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3F6B60D-1E90-4CE2-9CD9-457D9B61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1.6 </a:t>
            </a:r>
            <a:r>
              <a:rPr lang="zh-CN" altLang="en-US"/>
              <a:t>软件测试面临的主要挑战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990310-3BB8-4C30-9669-0991D82766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13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997A1DA-67FA-4A1D-8702-91F0B201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1.6 </a:t>
            </a:r>
            <a:r>
              <a:rPr lang="zh-CN" altLang="en-US"/>
              <a:t>软件测试面临的主要挑战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77BD4C-2091-4E70-980C-09F2157DA3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9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0263EB4-2F65-41F2-BDEC-F62E7984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1.7 </a:t>
            </a:r>
            <a:r>
              <a:rPr lang="zh-CN" altLang="en-US"/>
              <a:t>软件测试工程师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8A8EF1-F606-4E8A-A4D2-99DBAA7ECE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4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F7E2320-F0B7-47F7-B86F-AE7B3128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A8AEF0-933B-46B8-A8EA-0496669DC2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15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CF00721-52BF-4411-AC88-3E96F485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软件测试活动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787DBF-75AA-4E64-A312-73E8F01052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5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5B7F920-780F-4AE4-8551-F3E1BEA5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软件测试过程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44E782-E8CA-4C4B-B87E-140913B666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00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9946F5-3D3F-4D24-A4DF-CBE90CD3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单元测试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B44A19-23E1-4FC4-AC34-41BDCA2E5A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31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69893A-47D7-41F7-AF66-76FC18C0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单元测试重点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E03A70-B232-488A-A547-F517DDD9AC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18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4142E74-AB0B-4B01-A65E-C766928B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单元测试过程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D1B7FD-96B0-41AE-86F7-2AEF3C7132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28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82F198-5B93-47DA-9AFB-C7E3C005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自动化测试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DB3029-6CB4-4FEA-BE51-E1CF998A88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77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C8D242C-802A-4478-B01F-05C7887B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集成测试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EFE7B6-4D93-4E48-B040-CC6B4E01A5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85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86CBDF-17F5-4900-8F65-EEB9E7D7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自顶向下集成的步骤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0A593C-50E5-44B3-910D-FC4F4D9B4D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5181D2-4888-48B5-9FFD-A23642FE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9BDE93-BA7B-4C13-98F7-D111028B2A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1964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F43A19B-C751-43BD-9EE9-5C82EE0B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F8FAD4-84B4-48C3-83DD-43411E1E06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3554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E612D1-571F-4146-A2BD-00C7065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自底向上集成的步骤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FA9D49-00E8-49E8-986A-14FF4407A7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04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D0523F-CA80-45A0-BDAE-5DB78215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B30E78-B3C6-43A2-8050-5638C32DBB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1543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F669604-AD46-47B0-AFF3-57A38BE7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回归测试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8F88C8-0EF7-415A-BE23-0F4BB62104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06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2E4B5E-BDCB-4CE1-B4F6-7E5E677F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回归测试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E6A517-F9E4-4B83-AB74-3EB9E7D4F0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41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0C775D-CE2C-4B4F-AF19-C6A36AD1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确认测试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19C425-E6DA-4E40-8E73-15A181263B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20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997541-D257-41EC-9E43-69756CB9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测试和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092E76-461E-482C-9C23-D8E250797E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52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79D800-48CF-406A-A013-CD42F527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4. </a:t>
            </a:r>
            <a:r>
              <a:rPr lang="zh-CN" altLang="en-US"/>
              <a:t>系统</a:t>
            </a:r>
            <a:r>
              <a:rPr lang="zh-CN" altLang="zh-CN">
                <a:effectLst/>
              </a:rPr>
              <a:t>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EEA7B9-FAA6-4D4A-89F2-DB3860E215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05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A947F87-C5C1-4DA2-804E-B21FB8BD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系统测试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E34BCF-69F8-4831-95B4-BF6BAB776A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96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390B78-8B27-4EC2-B437-309591BF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系统测试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B9A8BE-81C9-43CA-9112-936E334079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64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6952E7B-1881-4664-B4E2-46B259AF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C71541-AFE1-46FC-90FC-DCFC82F686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136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E3EB88-4EA2-4E8D-A4DD-327E601E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思考和讨论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CF4DE8-9D35-48D9-B62B-9FC448A4EE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926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EBC19B-88A0-41CE-8EA8-EDDA1663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软件测试技术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F1C7F0-8CC3-4F42-B2CF-7CC8208E08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95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D567FC-A9EF-48CF-ADD3-2289F958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白盒测试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76D930-D622-41E6-ADDC-4778245AF0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272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E1E494-7746-4705-8C9E-13C09B23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白盒测试用例设计的指导原则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E81B4C-9F46-475F-8628-BEC775F618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09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F96F66F-3AF8-4379-8EC0-345A69B0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>
                <a:latin typeface="Times New Roman" panose="02020603050405020304" pitchFamily="18" charset="0"/>
              </a:rPr>
              <a:t>语句覆盖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880BB3-218B-4587-BF93-9B55C6BAF9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06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34C5A76-EBD4-4182-8ACB-D60B4B15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>
                <a:latin typeface="Times New Roman" panose="02020603050405020304" pitchFamily="18" charset="0"/>
              </a:rPr>
              <a:t>判定覆盖（分支覆盖）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A94BC-2798-49C0-BAF8-3C390DFCE0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827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9D3C1D5-8181-408A-AC31-E14BB28D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C75D3-C008-4461-8DA1-44E96CAF0A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67499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88E90D-E421-4A8B-A87F-DCC33311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6217C8-C482-4B57-880F-26A30A985D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0562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EBCCBC9-43A6-49FE-83ED-A2A1AE70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3. </a:t>
            </a:r>
            <a:r>
              <a:rPr lang="zh-CN" altLang="en-US">
                <a:latin typeface="Times New Roman" panose="02020603050405020304" pitchFamily="18" charset="0"/>
              </a:rPr>
              <a:t>条件覆盖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FEDF47-6180-431D-9AEF-FDD60C88B4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132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87496FC-833C-4AB6-A0CB-1A5EBEED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C38DA4-1480-4367-803E-6F4F2FB46D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11467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A5ABFDD-78D2-4359-B0D0-A3AF46DA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644EDA-9E8D-4F9F-AB53-2A02715797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13549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D6F15F-E6B2-4266-B412-00816029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4. </a:t>
            </a:r>
            <a:r>
              <a:rPr lang="zh-CN" altLang="en-US" sz="3200">
                <a:latin typeface="Times New Roman" pitchFamily="18" charset="0"/>
              </a:rPr>
              <a:t>判定</a:t>
            </a:r>
            <a:r>
              <a:rPr lang="en-US" altLang="zh-CN" sz="3200">
                <a:latin typeface="Times New Roman" pitchFamily="18" charset="0"/>
              </a:rPr>
              <a:t>/</a:t>
            </a:r>
            <a:r>
              <a:rPr lang="zh-CN" altLang="en-US" sz="3200">
                <a:latin typeface="Times New Roman" pitchFamily="18" charset="0"/>
              </a:rPr>
              <a:t>条件覆盖</a:t>
            </a:r>
            <a:endParaRPr lang="zh-CN" altLang="en-US" sz="3200" dirty="0">
              <a:latin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A553E4-E083-4C87-B523-620CB77448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60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7616178-1DCF-4961-B2B7-F3022A6D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85FBB3-66E6-48C4-A724-81754BC46A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427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1961CEA-C564-442C-BA6B-E4C115AE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5. </a:t>
            </a:r>
            <a:r>
              <a:rPr lang="zh-CN" altLang="en-US" sz="3200">
                <a:latin typeface="Times New Roman" panose="02020603050405020304" pitchFamily="18" charset="0"/>
              </a:rPr>
              <a:t>条件组合覆盖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311DB0-F81A-4393-9A66-9938C298BF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530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C73B94-734B-416A-A614-9E8DB020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531975-D4BE-4A89-8EF2-5059E9BC2A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6488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ACC8733-65CD-472E-84C5-6681215D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706170-BE00-42E7-AD27-7D3491FA31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69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F7AE932-1406-44F0-B574-7D79C7BA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基本路径测试（</a:t>
            </a:r>
            <a:r>
              <a:rPr lang="en-US" altLang="zh-CN">
                <a:latin typeface="Times New Roman" panose="02020603050405020304" pitchFamily="18" charset="0"/>
              </a:rPr>
              <a:t>Basic Path Testing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B9CD6D-4420-4CED-AF87-3CEB850035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266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E1D223-7B3D-4831-BADE-FE2E3DCE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7F52CB-44F9-45BF-BEC7-634A4793DC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69857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4B7A81-3D46-4E17-A541-C749010F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990FE8-BD05-42B4-9F4D-072362A79B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485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7DA4E23-3773-4667-90EE-FCAE4D05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84F27D-A592-416D-AC81-A34979CC20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42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0049A1-0BC8-46C8-BC18-C0CE92B0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A5AD8A-10C5-4CB2-93DB-578CDBA56B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18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D51F54F-8DCA-4CA9-AA72-310DD6EF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70A56A-AD9E-43B3-B2CA-675FB53A32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970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969BA3-F37C-49E8-ACBC-7A0E7819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基本路径测试步骤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F0DFBE-259B-4C30-B676-E5199BAEEC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736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046E3F9-8B66-41FF-99A7-7F885035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环形复杂度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62BC04-7719-4B55-90BE-28420D5974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54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C473CC-81D3-487F-B28C-41B8F53B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B72B46-26CF-47FF-B84B-F0C1138471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645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7049E4-786A-4CA4-BBDD-AAA3DCBA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基本路径测试步骤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AC6DBC-4128-4D51-9803-65F3D35297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426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794BB69-507A-47A1-AF83-A281A579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基本路径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9FCF6C-094E-4299-9D59-70F02093A6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69153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588036-DF01-428F-A492-AAA4A391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基本路径测试步骤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20C3A0-85A4-4849-9316-CABF4A6FFC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41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94C8434-1B3C-4067-A305-6A482EA7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672070-C15B-4D2B-BB87-AECD1C0782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09466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C4F7E07-2229-4ABB-9CAD-1B66C989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3A13EC-6E03-4F83-B264-63DE4F7B2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58127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181DF6-3679-48BD-A0DB-BA007551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AC50B9-EBCE-4648-8635-F2C3C8C7E1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0453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72C0CD-BC20-4809-8E34-ECD41CBA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33E139-5843-4FB5-AD88-B6202C11DF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142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BC959CB-B4FB-43B5-8968-66BECB53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黑盒测试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F3BD3D-078E-4ACE-876E-354670DDF8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81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C8737AD-6CFF-4C2B-B5CE-EB4ED0F1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如何设计测试用例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7242DB-0884-4EF9-8B80-6F7058AF3A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566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23D63D-9DDB-4D7B-8A7E-A2E01116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等价类划分</a:t>
            </a:r>
            <a:r>
              <a:rPr lang="en-US" altLang="zh-CN">
                <a:latin typeface="Times New Roman" panose="02020603050405020304" pitchFamily="18" charset="0"/>
              </a:rPr>
              <a:t>(Equivalence Partitioning)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1158CB-3171-4C87-81CF-495047AF8B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646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6ADBA1-63EF-42E1-9798-70991C91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如何划分等价类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9ACFD7-F4E9-4A2E-AC5A-834F706843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748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B6026F-04AE-44BA-A8C3-8D153546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划分等价类实例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ED8E33-4A0E-41EF-B121-E882C90BFB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091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14B501-4965-45D3-9394-ED47647C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设计测试用例步骤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2AC6E9-E673-42E8-BDB4-ED1569A8D2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629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629A78-27A6-417C-92F7-222A1220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NextDate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537641-97B9-4216-BDEF-A53719B972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711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A5D1518-30FF-4B30-9A50-3267D08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等价类划分表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3DF9B9-17BC-46E7-8A1E-1A38BB017C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66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6C249D-FEA0-404A-82DF-10689B14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为有效等价类设计测试用例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505D22-6E3E-4C01-A393-2361C056A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214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4F6EF40-E820-4917-9197-6BA8167F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为无效等价类设计测试用例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B160D-6286-4A9D-8773-540E06982F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431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3AEF26-6DF6-4B39-A60A-A1A3092B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案例</a:t>
            </a:r>
            <a:r>
              <a:rPr lang="en-US" altLang="zh-CN"/>
              <a:t>2</a:t>
            </a:r>
            <a:r>
              <a:rPr lang="zh-CN" altLang="en-US"/>
              <a:t>：课程注册功能的测试用例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B5C312-9E5A-4487-8852-F17118BE8B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614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8D87C6-6A75-48DC-AFC1-C910208A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边界值分析</a:t>
            </a:r>
            <a:r>
              <a:rPr lang="en-US" altLang="zh-CN">
                <a:latin typeface="Times New Roman" panose="02020603050405020304" pitchFamily="18" charset="0"/>
              </a:rPr>
              <a:t>(Boundary Value Analysis)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9AD1B7-261B-43CD-96F0-A22ADB934D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205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134C83-AEA4-4C2B-8AA0-11629589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边界值分析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6E70DF-5867-4594-8129-F5CFA1177B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995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1D31B2-0914-4D39-8E2D-0374109E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健壮性边界值分析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FBBEB2-3FCF-4C6B-9B2E-46F40AF4FD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75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C89A047-8AF2-4918-95F3-C7D56F6F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边界值分析实例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682CA9-C3F7-44FA-A7D8-AE3C5CE7F5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810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ED1CB6-2715-4FD9-8FD1-90A47538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案例</a:t>
            </a:r>
            <a:r>
              <a:rPr lang="en-US" altLang="zh-CN"/>
              <a:t>1</a:t>
            </a:r>
            <a:r>
              <a:rPr lang="zh-CN" altLang="en-US"/>
              <a:t>：课程注册功能的测试用例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84060C-0B3C-4CCC-8AC9-68A21DDA5A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223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E96C327-A156-460A-8338-47861E77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NextDate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67122B-9607-4D3D-AB0F-7718C87FB9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995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993455-A47F-45E4-997C-899E5F0B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NextDate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486D58-DAEA-4159-A8B1-85C930011A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310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135131-1F85-4115-9268-4F768EB6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NextDate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387C2A-0317-4B3D-8910-7810AE272A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380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E51168E-06CC-4F31-989C-18FAF2D0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NextDate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E15204-D33D-490B-A676-7A746AC910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19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D794716-581E-454C-90EA-9707D5B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决策表法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1F71BA-51EF-41BA-8169-D9C4F2DE8E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27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5BFDD2-A8E4-4EE3-8341-C7C8C29F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FF2017-F5AC-47D3-8A26-2EEFC68555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356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D9356B-1A80-4A82-9319-E99D450F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三角形问题决策表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2F9883-C94F-4E49-961C-6432304B27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083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AF253B2-78BC-4A09-941D-03B65E3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测试实例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C87204-8860-454E-B285-A5379A32E8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21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D2063BF-FB2C-4DF2-A316-3C74297E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组合测试</a:t>
            </a:r>
            <a:r>
              <a:rPr lang="en-US" altLang="zh-CN">
                <a:latin typeface="Times New Roman" panose="02020603050405020304" pitchFamily="18" charset="0"/>
              </a:rPr>
              <a:t>(Combinatorial Testing)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921A55-2F15-4FBC-9FA7-E202797A6A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550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0C046D-7D54-4213-B91B-363E028F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交互准则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4F9442-0434-4307-9AAC-F4935BFFC2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711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7506EED-0BA2-4514-BDCE-C480B91F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All Combinations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0F0B39-D3C1-4919-9E4A-22163F894E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874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C38035C-6E3B-4211-A5B0-4026CC7C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5785FB-BFCE-4242-8A95-9A44D4297E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6204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C6B5FC-A839-47C5-A092-18B64968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Pair-wise Testing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50052F-0815-40A1-BBA6-BFA5ADF955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154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49141C-4D47-4DD2-AC47-AEA4AD94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t-wise/t-ways Combinatorial Testing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61FD71-BBB0-4815-B039-33E78687B2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274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3F78798-EE7D-47DC-8ADA-58273FE3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In-Parameter-Order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B576B1-3BFD-4D50-B5F5-BF3D707F7C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2030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1902E5F-D891-4459-AEF7-5211A1C0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In-Parameter-Order 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22E601-5AAA-482A-A6F5-F4206447C0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1342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F877D2C-9438-4639-9F76-13F7B61E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测试实例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B6D15F-91E2-47B5-94B7-DB9019F538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393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D686F65-010A-4C0F-B57D-3174BF37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模糊测试（</a:t>
            </a:r>
            <a:r>
              <a:rPr lang="en-US" altLang="zh-CN"/>
              <a:t>Fuzz Testing</a:t>
            </a:r>
            <a:r>
              <a:rPr lang="zh-CN" altLang="en-US"/>
              <a:t>）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B2EF32-365C-429B-9610-C5C0017029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268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1C02EAD-CFFB-4568-9916-60BD67F7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D7D5E3-14A7-4BC1-9551-EB66A5B90A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88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0C18DC5-2697-409F-BF32-532F3D4D4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D96FD9-4C81-4DDD-B940-21120C4C03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0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自定义</PresentationFormat>
  <Paragraphs>84</Paragraphs>
  <Slides>108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15" baseType="lpstr">
      <vt:lpstr>等线</vt:lpstr>
      <vt:lpstr>等线 Light</vt:lpstr>
      <vt:lpstr>黑体</vt:lpstr>
      <vt:lpstr>Arial</vt:lpstr>
      <vt:lpstr>Symbol</vt:lpstr>
      <vt:lpstr>Times New Roman</vt:lpstr>
      <vt:lpstr>Office 主题​​</vt:lpstr>
      <vt:lpstr>PowerPoint 演示文稿</vt:lpstr>
      <vt:lpstr>内容</vt:lpstr>
      <vt:lpstr>PowerPoint 演示文稿</vt:lpstr>
      <vt:lpstr>1.1 软件测试概述</vt:lpstr>
      <vt:lpstr>1.2 何为软件测试？</vt:lpstr>
      <vt:lpstr>从狭义测试到广义测试</vt:lpstr>
      <vt:lpstr>1.3 软件测试的原理</vt:lpstr>
      <vt:lpstr>例：软件测试的原理</vt:lpstr>
      <vt:lpstr>测试用例</vt:lpstr>
      <vt:lpstr>例：测试用例的设计</vt:lpstr>
      <vt:lpstr>1.4 软件测试的任务</vt:lpstr>
      <vt:lpstr>软件测试任务</vt:lpstr>
      <vt:lpstr>软件测试的目的</vt:lpstr>
      <vt:lpstr>1.5 软件测试的步骤</vt:lpstr>
      <vt:lpstr>例: 软件测试的步骤</vt:lpstr>
      <vt:lpstr>1.6 软件测试面临的主要挑战</vt:lpstr>
      <vt:lpstr>1.6 软件测试面临的主要挑战</vt:lpstr>
      <vt:lpstr>1.6 软件测试面临的主要挑战</vt:lpstr>
      <vt:lpstr>1.7 软件测试工程师</vt:lpstr>
      <vt:lpstr>内容</vt:lpstr>
      <vt:lpstr>2.1 软件测试活动</vt:lpstr>
      <vt:lpstr>2.2 软件测试过程</vt:lpstr>
      <vt:lpstr>1. 单元测试</vt:lpstr>
      <vt:lpstr>单元测试重点</vt:lpstr>
      <vt:lpstr>单元测试过程</vt:lpstr>
      <vt:lpstr>自动化测试</vt:lpstr>
      <vt:lpstr>2. 集成测试</vt:lpstr>
      <vt:lpstr>自顶向下集成的步骤</vt:lpstr>
      <vt:lpstr>PowerPoint 演示文稿</vt:lpstr>
      <vt:lpstr>PowerPoint 演示文稿</vt:lpstr>
      <vt:lpstr>自底向上集成的步骤</vt:lpstr>
      <vt:lpstr>PowerPoint 演示文稿</vt:lpstr>
      <vt:lpstr>回归测试</vt:lpstr>
      <vt:lpstr>回归测试</vt:lpstr>
      <vt:lpstr>3. 确认测试</vt:lpstr>
      <vt:lpstr>测试和测试</vt:lpstr>
      <vt:lpstr>4. 系统测试</vt:lpstr>
      <vt:lpstr>系统测试</vt:lpstr>
      <vt:lpstr>系统测试</vt:lpstr>
      <vt:lpstr>内容</vt:lpstr>
      <vt:lpstr>思考和讨论</vt:lpstr>
      <vt:lpstr>3.1 软件测试技术</vt:lpstr>
      <vt:lpstr>3.2 白盒测试</vt:lpstr>
      <vt:lpstr>白盒测试用例设计的指导原则</vt:lpstr>
      <vt:lpstr>1. 语句覆盖</vt:lpstr>
      <vt:lpstr>2. 判定覆盖（分支覆盖）</vt:lpstr>
      <vt:lpstr>PowerPoint 演示文稿</vt:lpstr>
      <vt:lpstr>PowerPoint 演示文稿</vt:lpstr>
      <vt:lpstr>3. 条件覆盖</vt:lpstr>
      <vt:lpstr>PowerPoint 演示文稿</vt:lpstr>
      <vt:lpstr>PowerPoint 演示文稿</vt:lpstr>
      <vt:lpstr>4. 判定/条件覆盖</vt:lpstr>
      <vt:lpstr>PowerPoint 演示文稿</vt:lpstr>
      <vt:lpstr>5. 条件组合覆盖</vt:lpstr>
      <vt:lpstr>PowerPoint 演示文稿</vt:lpstr>
      <vt:lpstr>PowerPoint 演示文稿</vt:lpstr>
      <vt:lpstr>基本路径测试（Basic Path Testing）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基本路径测试步骤</vt:lpstr>
      <vt:lpstr>环形复杂度</vt:lpstr>
      <vt:lpstr>PowerPoint 演示文稿</vt:lpstr>
      <vt:lpstr>基本路径测试步骤</vt:lpstr>
      <vt:lpstr>基本路径</vt:lpstr>
      <vt:lpstr>基本路径测试步骤</vt:lpstr>
      <vt:lpstr>PowerPoint 演示文稿</vt:lpstr>
      <vt:lpstr>PowerPoint 演示文稿</vt:lpstr>
      <vt:lpstr>PowerPoint 演示文稿</vt:lpstr>
      <vt:lpstr>PowerPoint 演示文稿</vt:lpstr>
      <vt:lpstr>3.3 黑盒测试</vt:lpstr>
      <vt:lpstr>如何设计测试用例</vt:lpstr>
      <vt:lpstr>等价类划分(Equivalence Partitioning)</vt:lpstr>
      <vt:lpstr>如何划分等价类</vt:lpstr>
      <vt:lpstr>划分等价类实例</vt:lpstr>
      <vt:lpstr>设计测试用例步骤</vt:lpstr>
      <vt:lpstr>案例1：NextDate函数问题</vt:lpstr>
      <vt:lpstr>等价类划分表</vt:lpstr>
      <vt:lpstr>为有效等价类设计测试用例</vt:lpstr>
      <vt:lpstr>为无效等价类设计测试用例</vt:lpstr>
      <vt:lpstr>案例2：课程注册功能的测试用例</vt:lpstr>
      <vt:lpstr>边界值分析(Boundary Value Analysis)</vt:lpstr>
      <vt:lpstr>边界值分析</vt:lpstr>
      <vt:lpstr>健壮性边界值分析</vt:lpstr>
      <vt:lpstr>边界值分析实例</vt:lpstr>
      <vt:lpstr>案例1：课程注册功能的测试用例</vt:lpstr>
      <vt:lpstr>案例2：NextDate函数问题</vt:lpstr>
      <vt:lpstr>案例2：NextDate函数问题</vt:lpstr>
      <vt:lpstr>案例2：NextDate函数问题</vt:lpstr>
      <vt:lpstr>案例2：NextDate函数问题</vt:lpstr>
      <vt:lpstr>决策表法</vt:lpstr>
      <vt:lpstr>PowerPoint 演示文稿</vt:lpstr>
      <vt:lpstr>三角形问题决策表</vt:lpstr>
      <vt:lpstr>测试实例</vt:lpstr>
      <vt:lpstr>组合测试(Combinatorial Testing)</vt:lpstr>
      <vt:lpstr>交互准则</vt:lpstr>
      <vt:lpstr>All Combinations</vt:lpstr>
      <vt:lpstr>PowerPoint 演示文稿</vt:lpstr>
      <vt:lpstr>Pair-wise Testing</vt:lpstr>
      <vt:lpstr>t-wise/t-ways Combinatorial Testing</vt:lpstr>
      <vt:lpstr>In-Parameter-Order </vt:lpstr>
      <vt:lpstr>In-Parameter-Order </vt:lpstr>
      <vt:lpstr>测试实例</vt:lpstr>
      <vt:lpstr>模糊测试（Fuzz Testing）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2023-11-06T03:22:16Z</dcterms:created>
  <dcterms:modified xsi:type="dcterms:W3CDTF">2023-11-06T03:22:16Z</dcterms:modified>
</cp:coreProperties>
</file>