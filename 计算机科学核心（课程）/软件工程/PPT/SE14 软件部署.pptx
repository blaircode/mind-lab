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10740-0C1D-4E67-A30B-A3163C8E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849662-DF5A-410E-916E-3DF8F160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70033-C55F-4F48-8C82-96C385174843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20BFB4-45BD-41E7-9442-FFC896D9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782E7E-1112-484D-83B6-B1B6BD14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7762B-E0A1-4ABE-A27D-3D1851C5F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93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96E216-74FC-428A-8589-2F6AC228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FB421E-2CDA-4B64-901A-1D48F8A42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680B9-EDB1-42C8-A5A9-D78F526CC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70033-C55F-4F48-8C82-96C385174843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82369D-A153-4196-AF2C-59EB24319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109439-2A36-4651-AB6A-C2703A131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7762B-E0A1-4ABE-A27D-3D1851C5F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79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86EEBA8-9F56-45EF-AAAE-EA62DAF8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FF1A00-95EF-4422-9A43-39D0E7774F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4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1AE763-D1D3-4268-B330-EC34DB19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7DAB7D-9F74-4CD5-903E-F436C3A675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8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D5B552-9C52-4136-B8D9-30B7DD11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软件运行环境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A5B0D0-792F-4E41-A60E-6BB7D1FD13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9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D6F4AD-9FC6-4666-9965-8ED2577C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软件与其运行环境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B231E9-F960-4C67-A331-62F3EDB709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2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1F5ABC6-7AD4-4C0F-AC03-ED2BEA42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软件间的关系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6E5C9C-ECCE-4F40-BDBD-F7DD4C0300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9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7D1B392-360F-4018-A9D0-1CC51206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软件运行环境的变化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65C2A1-512F-4AA5-AC65-89659FD536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4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ABCCD82-1124-481D-88F8-26324F37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BEDE79-814E-40B5-82D5-72B9335747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3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FE03D51-AFFA-4862-8ED9-B6ABD6DB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何为软件部署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4B1845-FF1B-4A95-B6EC-A40779388E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0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40D6B67-65BD-459A-81BB-B67C65FA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2.1.1 </a:t>
            </a:r>
            <a:r>
              <a:rPr lang="zh-CN" altLang="zh-CN"/>
              <a:t>安装和配置运行环境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FD2E9A-127A-4A1C-B3C1-B881AC0245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4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7852D54-6DB4-40F2-B975-126A0DAE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2.1.2 </a:t>
            </a:r>
            <a:r>
              <a:rPr lang="zh-CN" altLang="zh-CN"/>
              <a:t>安装和配置软件系统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FA1996-3412-4FC4-95B2-4B532B261E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CB2EAF-22C2-42EE-ABFB-795FADAA2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软件部署的原则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0573A7-3FE6-4933-B968-386938F363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7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9B707CC-F893-4880-87E9-B3B31533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33962A-D8C9-45D2-A6DE-C3C619131D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9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E7D70BF-2F5B-485F-8A58-393383BA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zh-CN"/>
              <a:t>单机部署</a:t>
            </a:r>
            <a:r>
              <a:rPr lang="zh-CN" altLang="en-US"/>
              <a:t>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F650D4-3504-46DD-80CB-0084A7D294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19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FEB8DCD-29B6-4FEA-89F2-34090E80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zh-CN"/>
              <a:t>分布式部署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C04AFB-CF1C-4E03-9BAE-4D9DCF5BD2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49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0CB9972-025F-4F69-B8BF-81EBFC0A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en-US"/>
              <a:t>软件部署方法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F68874-9C2B-4DA8-B50B-D1100B255E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1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7824F17-D307-4CDA-85A6-527EE451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zh-CN"/>
              <a:t>基于操作系统的部署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84C2FC-D02A-47ED-9CF4-185ACBDF30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21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710E1C-B2BB-4306-9CCE-43EF02AF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zh-CN"/>
              <a:t>基于软件开发框架</a:t>
            </a:r>
            <a:r>
              <a:rPr lang="zh-CN" altLang="en-US"/>
              <a:t>的部署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E59221-55F1-4C15-8502-6923F8ACCA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02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9DFC43-321E-449E-BA8F-59FC489C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zh-CN"/>
              <a:t>基于软件</a:t>
            </a:r>
            <a:r>
              <a:rPr lang="zh-CN" altLang="en-US"/>
              <a:t>中间件的部署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8A42B9-993A-4C90-9AF6-CE0F58E81D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58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B99E5E-CC50-4BB5-9C79-9424B7DC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思考和讨论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2E70E9-E173-463C-9062-3EECF5BA70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8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374EAB6-AB5B-4EE6-9EB6-4A64D250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zh-CN"/>
              <a:t>基于容器和镜像的部署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4AFB28-65E7-4E81-9448-E05CF17E0E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72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01FF81-ED04-48ED-84B0-CDC16D46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容器部署流程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967BAB-2F2A-40A5-9E85-7997AB066D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3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65FB0E-11D6-4042-8119-F1471C57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B18130-9113-4F62-9E29-4431898439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8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AEF3D8E-845E-4B37-8205-2ADF243FB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Fat jar</a:t>
            </a:r>
            <a:r>
              <a:rPr lang="zh-CN" altLang="zh-CN"/>
              <a:t>部署工具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97C4D2-FB15-4C24-9B64-BAC30822A2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48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385BB6-8F21-4025-B606-1853E124A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Installer Projects</a:t>
            </a:r>
            <a:r>
              <a:rPr lang="zh-CN" altLang="zh-CN"/>
              <a:t>部署工具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A7BF89-7F9C-4156-8706-130A65CA76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22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B3081FE-9626-47FF-993B-AFA30964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4.3 Jenkins</a:t>
            </a:r>
            <a:r>
              <a:rPr lang="zh-CN" altLang="zh-CN"/>
              <a:t>部署工具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47BDAF-ACF2-44C8-93E9-1D370A3E5C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94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997B75-0CF5-490B-8D09-6CB7CD9B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936504-840E-45DB-A615-02AF6ED7B9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74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9C04561-4E10-4C5A-8714-DEBB2FB0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80E272-C156-44A6-9E37-9B16370F81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12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自定义</PresentationFormat>
  <Paragraphs>26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等线</vt:lpstr>
      <vt:lpstr>等线 Light</vt:lpstr>
      <vt:lpstr>Arial</vt:lpstr>
      <vt:lpstr>Office 主题​​</vt:lpstr>
      <vt:lpstr>PowerPoint 演示文稿</vt:lpstr>
      <vt:lpstr>内容</vt:lpstr>
      <vt:lpstr>1.1 软件运行环境</vt:lpstr>
      <vt:lpstr>软件与其运行环境</vt:lpstr>
      <vt:lpstr>1.2 软件间的关系</vt:lpstr>
      <vt:lpstr>1.3 软件运行环境的变化</vt:lpstr>
      <vt:lpstr>内容</vt:lpstr>
      <vt:lpstr>2.1 何为软件部署</vt:lpstr>
      <vt:lpstr>2.1.1 安装和配置运行环境</vt:lpstr>
      <vt:lpstr>2.1.2 安装和配置软件系统</vt:lpstr>
      <vt:lpstr>2.2 软件部署的原则</vt:lpstr>
      <vt:lpstr>内容</vt:lpstr>
      <vt:lpstr>3.1 单机部署方式</vt:lpstr>
      <vt:lpstr>3.2 分布式部署</vt:lpstr>
      <vt:lpstr>3.3 软件部署方法</vt:lpstr>
      <vt:lpstr>1. 基于操作系统的部署</vt:lpstr>
      <vt:lpstr>2. 基于软件开发框架的部署</vt:lpstr>
      <vt:lpstr>3. 基于软件中间件的部署</vt:lpstr>
      <vt:lpstr>思考和讨论</vt:lpstr>
      <vt:lpstr>4. 基于容器和镜像的部署</vt:lpstr>
      <vt:lpstr>容器部署流程</vt:lpstr>
      <vt:lpstr>内容</vt:lpstr>
      <vt:lpstr>4.1 Fat jar部署工具</vt:lpstr>
      <vt:lpstr>4.2 Installer Projects部署工具</vt:lpstr>
      <vt:lpstr>4.3 Jenkins部署工具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2023-11-06T03:22:40Z</dcterms:created>
  <dcterms:modified xsi:type="dcterms:W3CDTF">2023-11-06T03:22:40Z</dcterms:modified>
</cp:coreProperties>
</file>