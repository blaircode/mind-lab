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4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D2D5A-1B7A-45CF-95DE-5EDEA84B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EAE347-7443-4F14-8EB0-95F5619A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D82D1-CA87-430C-817F-E51ACE9D99ED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656177-232F-4ECF-85FA-A9045F37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ECBB2D-AD05-4FF8-9747-37F09BE5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BED53-B10B-48B8-85EA-C843ECB42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61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C826ED-7A69-41AC-9CDF-42F72A6C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7B627C-D79D-41E3-AB94-BE9DFF72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624F4-8A56-4642-A426-2FA7575B9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D82D1-CA87-430C-817F-E51ACE9D99ED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CA307A-8063-4AB5-8B4D-E7E9954FF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BBA14-CE15-4E4C-A861-470B22B8B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ED53-B10B-48B8-85EA-C843ECB42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8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6F3CA71-F592-46D4-AC62-AB2A64B0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101908-B2F4-4080-A9C5-8DDA83C970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6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8674277-7666-47CF-986E-DD922857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E0901C-CA90-4AEF-B5E8-6F93CD8D3B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6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2A3E0A3-BF31-423D-8EDD-F19EF2A8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物理设备的维护问题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4FA09F-22B6-470A-A0F7-68F8642B97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1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6D0741E-485F-4CEE-A283-2F5B4797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软件也需要进行维护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33CAB2-DFCC-46F2-B5E7-B070AC01CC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7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D83D5A-E07E-4F34-BD60-E9BA182D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何为软件维护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F3E828-7A3E-4429-93C3-65A75D959C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1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69E772-23B8-4D77-9935-67440047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软件维护的形式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0C188C-29F8-478B-A146-B1BF936576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387AC26-DF62-41EE-BFD7-B7E07119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纠正性维护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3F18DF-C002-4971-B098-54813C00A1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5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D3BFB44-139B-4894-AC9B-B608D688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适应性维护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5273D3-2091-4882-8715-EB1CF507BF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13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93C83D-78F4-42AD-B634-23CF1887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改善性维护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3589E2-B88B-46B7-A4EB-A0990E378E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1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A8BBD46-1063-48B0-B859-CAC9405A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预防性维护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594950-51FB-41E0-AE0A-0ECEE704FD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1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C617463-47AE-425F-86E5-FE539054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软件维护的特点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29A8DA-B2E6-4BFC-81BC-AB9FF09D80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43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3EF9BAD-F49A-45BE-BC2D-F8A6A70F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软件维护工程师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367B3A-D5D9-4B73-8B42-1E41E0EB9C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05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8122A47-6F19-4E3A-AE4D-10E1C330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1.6 </a:t>
            </a:r>
            <a:r>
              <a:rPr lang="zh-CN" altLang="en-US"/>
              <a:t>软件演化及其特点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A5AAE5-EB74-4F02-93FC-31E9F0904E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13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D78547A-D52F-4759-8E2C-B0799AEC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963566-A3A2-4B8B-94FC-27E95FC640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9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B004DA-9E73-4DFE-9383-554E29AF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何为</a:t>
            </a:r>
            <a:r>
              <a:rPr lang="zh-CN" altLang="zh-CN"/>
              <a:t>软件逻辑老化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42A89F-CEA7-43EF-80F8-85A0E5EA52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22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D3FC4D7-7F36-4373-A6F8-7B1310A6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软件逻辑老化的现象（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4FDAA1-5822-46A1-85C9-3F07DB0761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0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6F6D247-4729-442A-8CDD-1482DC9C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软件逻辑老化的现象（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FB34DB-3464-43AF-A725-0F416AD2BB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0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882570-CB71-4DE7-A538-ACF770D1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zh-CN"/>
              <a:t>软件逻辑老化的原因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E325B2-612C-41F0-821E-BC995EC211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27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E254ABE-0F29-4959-8780-67177C7F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zh-CN"/>
              <a:t>软件逻辑老化</a:t>
            </a:r>
            <a:r>
              <a:rPr lang="zh-CN" altLang="en-US"/>
              <a:t>的表现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6931ED-B185-4CBE-BF2A-348ED39E46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81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EFCAF68-B37D-43F7-8C90-677302DE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7E3313-6CB7-4EB4-BDF2-B3629DE6A7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84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66F7880-0CD6-44B2-BE55-DF2C4CAD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zh-CN"/>
              <a:t>代码重组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8AF825-BF49-4A69-97E8-CE0FC24A60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16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9C34DF-35FF-4CCC-92AC-E372CFA7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zh-CN"/>
              <a:t>逆向工程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1E335D-0C92-444B-899A-1B0901D420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57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92FFD84-5114-4E86-B9E3-F670C3C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zh-CN"/>
              <a:t>设计重构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F64AE4-5EAB-4138-9D13-29DACB7E8B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43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BFFDE9-4B88-4FB9-9676-67035423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3.4 </a:t>
            </a:r>
            <a:r>
              <a:rPr lang="zh-CN" altLang="zh-CN"/>
              <a:t>再工程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05D18F-9CD7-4C1D-AAE3-73C45D0860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44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52F0090-5109-4382-BD82-B7A53AC2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逆向工程、重组、重构和再工程示意图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BA6F4C-65C1-41B4-8C0A-F49C25A02A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65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79722F-91DF-42EE-B29D-B82E715C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3.5 </a:t>
            </a:r>
            <a:r>
              <a:rPr lang="zh-CN" altLang="en-US"/>
              <a:t>软件维护过程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E45BB6-80B1-41E8-875E-1D4AE17E15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78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F52A104-C082-4CD3-9D8C-D0793D64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3.6 </a:t>
            </a:r>
            <a:r>
              <a:rPr lang="zh-CN" altLang="en-US"/>
              <a:t>软件维护成本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C030DF-6DFA-4032-9DFB-DEEEC548DF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80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DB8F1E9-4638-47B2-9585-2EA82773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3.7 </a:t>
            </a:r>
            <a:r>
              <a:rPr lang="zh-CN" altLang="zh-CN"/>
              <a:t>软件维护需要解决的问题</a:t>
            </a:r>
            <a:r>
              <a:rPr lang="zh-CN" altLang="en-US"/>
              <a:t>（</a:t>
            </a:r>
            <a:r>
              <a:rPr lang="en-US" altLang="zh-CN"/>
              <a:t>1/3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7BAF7-720C-4AD2-B516-D95BBC1E5C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94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409E43E-E6E8-4512-9C31-02C0E374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软件维护需要解决的问题</a:t>
            </a:r>
            <a:r>
              <a:rPr lang="zh-CN" altLang="en-US"/>
              <a:t>（</a:t>
            </a:r>
            <a:r>
              <a:rPr lang="en-US" altLang="zh-CN"/>
              <a:t>2/3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952FB3-F491-4868-AB47-78CD13989E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23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E19D4A6-B9FC-40BC-BA83-9C558C77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软件维护需要解决的问题</a:t>
            </a:r>
            <a:r>
              <a:rPr lang="zh-CN" altLang="en-US"/>
              <a:t>（</a:t>
            </a:r>
            <a:r>
              <a:rPr lang="en-US" altLang="zh-CN"/>
              <a:t>3/3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AE9D34-E7F2-415C-9ADB-A11C39F7C6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78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814D3D-BBEA-47A9-A842-FF71379C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3.8 </a:t>
            </a:r>
            <a:r>
              <a:rPr lang="zh-CN" altLang="en-US"/>
              <a:t>软件的可维护性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AE3B1F-F2AF-482E-BF04-9AC4C27CA1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67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5489CE4-FBAA-4F14-8C12-454C7F1D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影响软件可维护性的因素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A58D55-4E38-4857-B178-E69B55C3D6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88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1AD660A-80D5-42A8-9D0F-33950017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3.9 </a:t>
            </a:r>
            <a:r>
              <a:rPr lang="zh-CN" altLang="en-US"/>
              <a:t>保证软件可维护性的复审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58251-F815-4FD1-8DF3-A44B21413A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37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DC11CC9-124A-42F1-86C9-8D3DE7FCC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CE5127-9209-4F46-834C-A82D6224DC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30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自定义</PresentationFormat>
  <Paragraphs>33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主题​​</vt:lpstr>
      <vt:lpstr>PowerPoint 演示文稿</vt:lpstr>
      <vt:lpstr>目录</vt:lpstr>
      <vt:lpstr>物理设备的维护问题</vt:lpstr>
      <vt:lpstr>1.1 软件也需要进行维护</vt:lpstr>
      <vt:lpstr>1.2 何为软件维护</vt:lpstr>
      <vt:lpstr>1.3 软件维护的形式</vt:lpstr>
      <vt:lpstr>纠正性维护</vt:lpstr>
      <vt:lpstr>适应性维护</vt:lpstr>
      <vt:lpstr>改善性维护</vt:lpstr>
      <vt:lpstr>预防性维护</vt:lpstr>
      <vt:lpstr>1.4 软件维护的特点</vt:lpstr>
      <vt:lpstr>1.5 软件维护工程师</vt:lpstr>
      <vt:lpstr>1.6 软件演化及其特点</vt:lpstr>
      <vt:lpstr>目录</vt:lpstr>
      <vt:lpstr>2.1 何为软件逻辑老化</vt:lpstr>
      <vt:lpstr>2.2 软件逻辑老化的现象（1/2）</vt:lpstr>
      <vt:lpstr>软件逻辑老化的现象（2/2）</vt:lpstr>
      <vt:lpstr>2.3 软件逻辑老化的原因</vt:lpstr>
      <vt:lpstr>2.4 软件逻辑老化的表现</vt:lpstr>
      <vt:lpstr>目录</vt:lpstr>
      <vt:lpstr>3.1 代码重组</vt:lpstr>
      <vt:lpstr>3.2 逆向工程</vt:lpstr>
      <vt:lpstr>3.3 设计重构</vt:lpstr>
      <vt:lpstr>3.4 再工程</vt:lpstr>
      <vt:lpstr>逆向工程、重组、重构和再工程示意图</vt:lpstr>
      <vt:lpstr>3.5 软件维护过程</vt:lpstr>
      <vt:lpstr>3.6 软件维护成本</vt:lpstr>
      <vt:lpstr>3.7 软件维护需要解决的问题（1/3）</vt:lpstr>
      <vt:lpstr>软件维护需要解决的问题（2/3）</vt:lpstr>
      <vt:lpstr>软件维护需要解决的问题（3/3）</vt:lpstr>
      <vt:lpstr>3.8 软件的可维护性</vt:lpstr>
      <vt:lpstr>影响软件可维护性的因素</vt:lpstr>
      <vt:lpstr>3.9 保证软件可维护性的复审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2</cp:revision>
  <dcterms:created xsi:type="dcterms:W3CDTF">2023-11-06T03:22:59Z</dcterms:created>
  <dcterms:modified xsi:type="dcterms:W3CDTF">2023-11-06T03:25:27Z</dcterms:modified>
</cp:coreProperties>
</file>