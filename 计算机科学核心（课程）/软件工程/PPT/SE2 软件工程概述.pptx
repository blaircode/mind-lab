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D7A25-D071-4B6A-9119-BB178BD7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6FEC60-9AC6-4CF9-A8F4-19F5155A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ADEE6-B984-49C5-A834-AAB5F28B40E6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8D3156-DF7F-4AFC-A712-C229CD6D0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E1C2F7-D8C5-4AE6-B054-AA27950B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79903-37BD-4272-AF54-D2338EA1D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52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E1BC61-FC65-427A-8F66-442653E98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57BB52-F91B-4C0A-AE1C-D266C9F31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0B1EE2-A454-448C-80F1-841CB5A80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ADEE6-B984-49C5-A834-AAB5F28B40E6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121E68-C29C-4011-892B-D77EFAC56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A9EDC-8DA3-4C67-8F6F-CC22B32C7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79903-37BD-4272-AF54-D2338EA1D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66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F69812D-0F36-4DAF-B4F9-59485819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2FF913B-B2DE-483F-B9C1-E51076A8BC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922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54B515C-5E2F-484D-90C2-D2EFFDCB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知识回顾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5AA104-67FA-4D12-97CA-0912384DE7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4011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855C33B-5DEB-4083-9C78-D71EE2858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E87EDE-D937-41B0-B618-D0A257E62D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8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E032468-50AD-4468-BAF3-82E1AF35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案例分析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IBM360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6BEF58-1144-43D1-8AB6-74A0FBDC43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417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45F6CB4-4379-4F20-97E3-402758EB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2D2C98-28EE-4EF5-B24B-907489ED9C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756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765075F-64B1-47D9-9B8F-4B5A481B3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案例分析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Ariane 5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87CD7E-4AF9-48A2-9D5B-7F1008EAF4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448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6B03D42-705B-46D5-AA69-01FFA43E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上世纪五、六十年代软件危机四伏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2DC232-B2B0-48B3-BECD-6D2FC93F4F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4379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DE86A94-558B-4BBC-9366-E720467F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软件危机的产生根源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B2F835-1E3B-4BC3-945F-551E20B011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77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0FB2034-DF89-44D0-93F8-B3BF553B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829119-1C24-4E50-B01A-DB27D2A47C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8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2EE99A9-8229-49C8-A8D0-8F629A1B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软件工程的诞生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1DA14C-324D-40D5-9E77-55DBEF7C0F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3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E72C403-6E40-4CE2-955B-86F4BC0F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rgbClr val="0066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1">
                <a:solidFill>
                  <a:srgbClr val="0066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何为软件工程</a:t>
            </a:r>
            <a:r>
              <a:rPr lang="en-US" altLang="zh-CN" b="1">
                <a:solidFill>
                  <a:srgbClr val="0066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3AC318-4A12-42E9-A2E8-4B8AC3D884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3285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146208D-1573-4AE9-B957-655D9589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72C687-F750-45C5-B996-2E33ABB124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27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DB9B499-0B2E-4172-99A8-D210915BB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另一种定义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FA361A-5F10-42FC-8F62-393B6468E3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396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93F5E0B-7B18-4197-84B2-4142F829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软件工程对软件开发的新认识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34076F-EF3F-4D0E-BDF2-2FAEBCADC8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5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6E5C639-DC12-4343-9067-A49E10D3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软件开发方式的改变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DBFC46-663B-4CCE-9724-E4827E0D47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75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0897111-98D2-43F5-B717-28385567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软件工程的三要素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8F43B1-F801-4902-8309-2BE909681D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20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668956E-1553-4DE8-8B5C-69BACCEF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 </a:t>
            </a:r>
            <a:r>
              <a:rPr lang="zh-CN" altLang="en-US"/>
              <a:t>过程</a:t>
            </a:r>
            <a:r>
              <a:rPr lang="en-US" altLang="zh-CN"/>
              <a:t>(Process)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FB4FC8-5721-422E-AC72-2B480E4524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56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73D3489-0577-45FA-9F26-49D3C94E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 </a:t>
            </a:r>
            <a:r>
              <a:rPr lang="zh-CN" altLang="en-US"/>
              <a:t>方法学</a:t>
            </a:r>
            <a:r>
              <a:rPr lang="en-US" altLang="zh-CN"/>
              <a:t>(Methodology)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2D4B1A-B3C5-47D7-928A-EC533F65B9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75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DAC8F51-777D-4697-8C8A-4C89AEFF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 </a:t>
            </a:r>
            <a:r>
              <a:rPr lang="zh-CN" altLang="en-US"/>
              <a:t>工具</a:t>
            </a:r>
            <a:r>
              <a:rPr lang="en-US" altLang="zh-CN"/>
              <a:t>(Tool)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3F32EE-5392-4790-8B1B-16A9E84996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21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7DF020A-EF78-4664-9723-CA21F4BB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2.4 </a:t>
            </a:r>
            <a:r>
              <a:rPr lang="zh-CN" altLang="en-US"/>
              <a:t>软件工程原则（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2B6C5E-6E8F-457D-8E41-89717F78C2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77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62C03E2-F759-4AC0-A5E8-9F85A4B8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软件工程原则（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2CCD4C-FD74-4FD9-B5D2-56867A4D47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234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F7ED14C-D446-485A-A263-E76ECF8A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软件工程原则（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E7ECDA-9FCC-4756-A263-263A8A1FC2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67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9C23F31-4703-4EBD-ADA6-BB67AC97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软件工程原则（</a:t>
            </a:r>
            <a:r>
              <a:rPr lang="en-US" altLang="zh-CN"/>
              <a:t>4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1A9FA9-9F80-495B-8903-3AFEE9A6EB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63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832CB3F-2169-4C14-9907-00CDE2E1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软件工程原则（</a:t>
            </a:r>
            <a:r>
              <a:rPr lang="en-US" altLang="zh-CN"/>
              <a:t>5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0F0514-7DF7-4529-915F-E96D25EA22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26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D985FF1-3273-421A-A47D-2E4152AC1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软件工程原则（</a:t>
            </a:r>
            <a:r>
              <a:rPr lang="en-US" altLang="zh-CN"/>
              <a:t>6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57F958-37A7-4A5C-9D17-CC246B8E02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80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A921456-C76E-4620-B466-95DAD789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软件工程原则（</a:t>
            </a:r>
            <a:r>
              <a:rPr lang="en-US" altLang="zh-CN"/>
              <a:t>7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8DD2B6-BF01-42EC-B5B8-F624DE15B5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4FC7B0B-5A8F-4991-8D0C-8692E867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软件工程原则（</a:t>
            </a:r>
            <a:r>
              <a:rPr lang="en-US" altLang="zh-CN"/>
              <a:t>8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9AE98A-EB80-406F-89A6-77B99C55F6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30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0835605-C4C7-4B68-8D70-59D299A3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3FD49A-CE1A-4D3B-9C4D-ACFB3FCA13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13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F750F6-363A-4905-BCB4-01A9DFDF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en-US"/>
              <a:t>软件工程的发展历程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4D11A1-C1B3-425D-A141-8CCDF0CB46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21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27CD8C5-7C22-409C-A1EB-77402518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2769BB-E333-4F1C-A2CE-9C85BDC2E6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50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B7A6627-5F83-4158-A304-B4AA69F0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软件工程师的培养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288487-9B8A-4CAE-BD82-651CB96DFD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03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D8BC4F0-A96A-4B8B-85E2-1E1F6E7B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软件工程研究者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6E4F6D-E6CA-46FD-9912-B60D38F53A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52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539730D-E740-46ED-9F93-7A7A8CDF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软件工程道德规范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4CBA7D-69B9-4AA9-8D7F-BB1AB12054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3590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B026061-5082-40D7-8D5A-D655E22F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软件工程道德规范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72D09D-6D22-4622-921A-C8851FE49B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948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8F1452B-5885-4EF5-ABEC-EBC7013C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软件工程道德规范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4DC3B4-60F9-4069-91AA-C08B96D91C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1271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ED4C38D-9663-4568-AC6F-86D484B9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D5A272-2FB6-40EE-8F8D-640254FAA8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75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584A32A-625F-439F-923F-AD8C0B99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BE4A13-452E-48C6-AC97-237BC074AB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68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自定义</PresentationFormat>
  <Paragraphs>34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知识回顾</vt:lpstr>
      <vt:lpstr>内容</vt:lpstr>
      <vt:lpstr>案例分析1：IBM360</vt:lpstr>
      <vt:lpstr>PowerPoint 演示文稿</vt:lpstr>
      <vt:lpstr>案例分析2： Ariane 5</vt:lpstr>
      <vt:lpstr>上世纪五、六十年代软件危机四伏</vt:lpstr>
      <vt:lpstr>软件危机的产生根源</vt:lpstr>
      <vt:lpstr>内容</vt:lpstr>
      <vt:lpstr>2.1 软件工程的诞生</vt:lpstr>
      <vt:lpstr>2.2 何为软件工程?</vt:lpstr>
      <vt:lpstr>PowerPoint 演示文稿</vt:lpstr>
      <vt:lpstr>另一种定义</vt:lpstr>
      <vt:lpstr>软件工程对软件开发的新认识</vt:lpstr>
      <vt:lpstr>软件开发方式的改变</vt:lpstr>
      <vt:lpstr>2.3 软件工程的三要素</vt:lpstr>
      <vt:lpstr>1 过程(Process)</vt:lpstr>
      <vt:lpstr>2 方法学(Methodology)</vt:lpstr>
      <vt:lpstr>3 工具(Tool)</vt:lpstr>
      <vt:lpstr>2.4 软件工程原则（1）</vt:lpstr>
      <vt:lpstr>软件工程原则（2）</vt:lpstr>
      <vt:lpstr>软件工程原则（3）</vt:lpstr>
      <vt:lpstr>软件工程原则（4）</vt:lpstr>
      <vt:lpstr>软件工程原则（5）</vt:lpstr>
      <vt:lpstr>软件工程原则（6）</vt:lpstr>
      <vt:lpstr>软件工程原则（7）</vt:lpstr>
      <vt:lpstr>软件工程原则（8）</vt:lpstr>
      <vt:lpstr>内容</vt:lpstr>
      <vt:lpstr>3.1 软件工程的发展历程</vt:lpstr>
      <vt:lpstr>内容</vt:lpstr>
      <vt:lpstr>软件工程师的培养</vt:lpstr>
      <vt:lpstr>软件工程研究者</vt:lpstr>
      <vt:lpstr>软件工程道德规范</vt:lpstr>
      <vt:lpstr>软件工程道德规范</vt:lpstr>
      <vt:lpstr>软件工程道德规范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2025-09-10T12:27:51Z</dcterms:created>
  <dcterms:modified xsi:type="dcterms:W3CDTF">2025-09-10T12:27:51Z</dcterms:modified>
</cp:coreProperties>
</file>